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7" r:id="rId2"/>
    <p:sldId id="261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82" r:id="rId18"/>
  </p:sldIdLst>
  <p:sldSz cx="12192000" cy="6858000"/>
  <p:notesSz cx="6858000" cy="9144000"/>
  <p:defaultTextStyle>
    <a:defPPr>
      <a:defRPr lang="zh-Hans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29CCF5-1BFF-44A5-9BA5-7CE0202E4242}" v="50" dt="2026-08-10T15:41:44.1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64" d="100"/>
          <a:sy n="64" d="100"/>
        </p:scale>
        <p:origin x="73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sz Nam Chan" userId="d72bc0ce159372cc" providerId="LiveId" clId="{7EA772CB-F43F-45EA-8D4F-488304E9E5E6}"/>
    <pc:docChg chg="undo redo custSel addSld delSld modSld">
      <pc:chgData name="Tsz Nam Chan" userId="d72bc0ce159372cc" providerId="LiveId" clId="{7EA772CB-F43F-45EA-8D4F-488304E9E5E6}" dt="2026-08-08T14:44:29.856" v="3384" actId="113"/>
      <pc:docMkLst>
        <pc:docMk/>
      </pc:docMkLst>
      <pc:sldChg chg="addSp modSp mod">
        <pc:chgData name="Tsz Nam Chan" userId="d72bc0ce159372cc" providerId="LiveId" clId="{7EA772CB-F43F-45EA-8D4F-488304E9E5E6}" dt="2026-08-08T12:58:56.065" v="419" actId="1036"/>
        <pc:sldMkLst>
          <pc:docMk/>
          <pc:sldMk cId="2888921664" sldId="263"/>
        </pc:sldMkLst>
        <pc:spChg chg="mod">
          <ac:chgData name="Tsz Nam Chan" userId="d72bc0ce159372cc" providerId="LiveId" clId="{7EA772CB-F43F-45EA-8D4F-488304E9E5E6}" dt="2026-08-08T12:54:15.702" v="269" actId="1036"/>
          <ac:spMkLst>
            <pc:docMk/>
            <pc:sldMk cId="2888921664" sldId="263"/>
            <ac:spMk id="2" creationId="{7D849FE4-E814-0C24-CB51-8D3F1AFC5964}"/>
          </ac:spMkLst>
        </pc:spChg>
        <pc:spChg chg="mod">
          <ac:chgData name="Tsz Nam Chan" userId="d72bc0ce159372cc" providerId="LiveId" clId="{7EA772CB-F43F-45EA-8D4F-488304E9E5E6}" dt="2026-08-08T12:58:56.065" v="419" actId="1036"/>
          <ac:spMkLst>
            <pc:docMk/>
            <pc:sldMk cId="2888921664" sldId="263"/>
            <ac:spMk id="3" creationId="{B1E6D676-7FFB-0102-CCB7-24C9AFCF9306}"/>
          </ac:spMkLst>
        </pc:spChg>
        <pc:spChg chg="add mod">
          <ac:chgData name="Tsz Nam Chan" userId="d72bc0ce159372cc" providerId="LiveId" clId="{7EA772CB-F43F-45EA-8D4F-488304E9E5E6}" dt="2026-08-08T12:58:49.048" v="401" actId="1076"/>
          <ac:spMkLst>
            <pc:docMk/>
            <pc:sldMk cId="2888921664" sldId="263"/>
            <ac:spMk id="7" creationId="{91B3174F-A0D4-815A-DD58-621E76B9A174}"/>
          </ac:spMkLst>
        </pc:spChg>
        <pc:picChg chg="mod">
          <ac:chgData name="Tsz Nam Chan" userId="d72bc0ce159372cc" providerId="LiveId" clId="{7EA772CB-F43F-45EA-8D4F-488304E9E5E6}" dt="2026-08-08T12:58:56.065" v="419" actId="1036"/>
          <ac:picMkLst>
            <pc:docMk/>
            <pc:sldMk cId="2888921664" sldId="263"/>
            <ac:picMk id="5" creationId="{C9416502-0E5F-5E76-6E57-A129FC01EAAB}"/>
          </ac:picMkLst>
        </pc:picChg>
      </pc:sldChg>
      <pc:sldChg chg="modSp new mod">
        <pc:chgData name="Tsz Nam Chan" userId="d72bc0ce159372cc" providerId="LiveId" clId="{7EA772CB-F43F-45EA-8D4F-488304E9E5E6}" dt="2026-08-08T13:04:06.561" v="675" actId="5793"/>
        <pc:sldMkLst>
          <pc:docMk/>
          <pc:sldMk cId="3016194341" sldId="264"/>
        </pc:sldMkLst>
        <pc:spChg chg="mod">
          <ac:chgData name="Tsz Nam Chan" userId="d72bc0ce159372cc" providerId="LiveId" clId="{7EA772CB-F43F-45EA-8D4F-488304E9E5E6}" dt="2026-08-08T13:00:06.438" v="434" actId="20577"/>
          <ac:spMkLst>
            <pc:docMk/>
            <pc:sldMk cId="3016194341" sldId="264"/>
            <ac:spMk id="2" creationId="{1C604D0A-FFC6-E50D-9002-C987FE6113EA}"/>
          </ac:spMkLst>
        </pc:spChg>
        <pc:spChg chg="mod">
          <ac:chgData name="Tsz Nam Chan" userId="d72bc0ce159372cc" providerId="LiveId" clId="{7EA772CB-F43F-45EA-8D4F-488304E9E5E6}" dt="2026-08-08T13:04:06.561" v="675" actId="5793"/>
          <ac:spMkLst>
            <pc:docMk/>
            <pc:sldMk cId="3016194341" sldId="264"/>
            <ac:spMk id="3" creationId="{2881C027-EAFD-0264-5C16-EF89ED2769C9}"/>
          </ac:spMkLst>
        </pc:spChg>
      </pc:sldChg>
      <pc:sldChg chg="addSp modSp new mod">
        <pc:chgData name="Tsz Nam Chan" userId="d72bc0ce159372cc" providerId="LiveId" clId="{7EA772CB-F43F-45EA-8D4F-488304E9E5E6}" dt="2026-08-08T14:16:27.368" v="3350" actId="1037"/>
        <pc:sldMkLst>
          <pc:docMk/>
          <pc:sldMk cId="344200955" sldId="265"/>
        </pc:sldMkLst>
        <pc:spChg chg="mod">
          <ac:chgData name="Tsz Nam Chan" userId="d72bc0ce159372cc" providerId="LiveId" clId="{7EA772CB-F43F-45EA-8D4F-488304E9E5E6}" dt="2026-08-08T13:16:04.619" v="1005" actId="1076"/>
          <ac:spMkLst>
            <pc:docMk/>
            <pc:sldMk cId="344200955" sldId="265"/>
            <ac:spMk id="2" creationId="{4B19B985-E149-9E57-F501-C13D3A4918EE}"/>
          </ac:spMkLst>
        </pc:spChg>
        <pc:spChg chg="mod">
          <ac:chgData name="Tsz Nam Chan" userId="d72bc0ce159372cc" providerId="LiveId" clId="{7EA772CB-F43F-45EA-8D4F-488304E9E5E6}" dt="2026-08-08T14:16:02.240" v="3299" actId="27636"/>
          <ac:spMkLst>
            <pc:docMk/>
            <pc:sldMk cId="344200955" sldId="265"/>
            <ac:spMk id="3" creationId="{B61D5F94-C71B-7F37-FC0A-829AB4CF462A}"/>
          </ac:spMkLst>
        </pc:spChg>
        <pc:spChg chg="mod">
          <ac:chgData name="Tsz Nam Chan" userId="d72bc0ce159372cc" providerId="LiveId" clId="{7EA772CB-F43F-45EA-8D4F-488304E9E5E6}" dt="2026-08-08T14:16:27.368" v="3350" actId="1037"/>
          <ac:spMkLst>
            <pc:docMk/>
            <pc:sldMk cId="344200955" sldId="265"/>
            <ac:spMk id="6" creationId="{9F3D514F-AD77-A9B6-6FCF-594234BA1CD9}"/>
          </ac:spMkLst>
        </pc:spChg>
        <pc:picChg chg="add mod">
          <ac:chgData name="Tsz Nam Chan" userId="d72bc0ce159372cc" providerId="LiveId" clId="{7EA772CB-F43F-45EA-8D4F-488304E9E5E6}" dt="2026-08-08T13:15:59.816" v="1004" actId="1076"/>
          <ac:picMkLst>
            <pc:docMk/>
            <pc:sldMk cId="344200955" sldId="265"/>
            <ac:picMk id="5" creationId="{0AA74F68-7E44-C652-8673-DF4C9881DD76}"/>
          </ac:picMkLst>
        </pc:picChg>
      </pc:sldChg>
      <pc:sldChg chg="addSp delSp modSp new mod">
        <pc:chgData name="Tsz Nam Chan" userId="d72bc0ce159372cc" providerId="LiveId" clId="{7EA772CB-F43F-45EA-8D4F-488304E9E5E6}" dt="2026-08-08T14:16:39.044" v="3352" actId="20577"/>
        <pc:sldMkLst>
          <pc:docMk/>
          <pc:sldMk cId="2385365285" sldId="266"/>
        </pc:sldMkLst>
        <pc:spChg chg="mod">
          <ac:chgData name="Tsz Nam Chan" userId="d72bc0ce159372cc" providerId="LiveId" clId="{7EA772CB-F43F-45EA-8D4F-488304E9E5E6}" dt="2026-08-08T13:22:30.292" v="1259" actId="20577"/>
          <ac:spMkLst>
            <pc:docMk/>
            <pc:sldMk cId="2385365285" sldId="266"/>
            <ac:spMk id="2" creationId="{41B7018D-896E-B61B-A804-C4E2B49E668E}"/>
          </ac:spMkLst>
        </pc:spChg>
        <pc:spChg chg="add mod">
          <ac:chgData name="Tsz Nam Chan" userId="d72bc0ce159372cc" providerId="LiveId" clId="{7EA772CB-F43F-45EA-8D4F-488304E9E5E6}" dt="2026-08-08T14:16:39.044" v="3352" actId="20577"/>
          <ac:spMkLst>
            <pc:docMk/>
            <pc:sldMk cId="2385365285" sldId="266"/>
            <ac:spMk id="6" creationId="{095A9B29-5EF7-D1E8-ABEA-D005BFF23C92}"/>
          </ac:spMkLst>
        </pc:spChg>
        <pc:picChg chg="add mod">
          <ac:chgData name="Tsz Nam Chan" userId="d72bc0ce159372cc" providerId="LiveId" clId="{7EA772CB-F43F-45EA-8D4F-488304E9E5E6}" dt="2026-08-08T13:21:34.556" v="1225" actId="1076"/>
          <ac:picMkLst>
            <pc:docMk/>
            <pc:sldMk cId="2385365285" sldId="266"/>
            <ac:picMk id="5" creationId="{A7CB3F0C-EBAC-9EB2-7452-D2699AF16EEB}"/>
          </ac:picMkLst>
        </pc:picChg>
      </pc:sldChg>
      <pc:sldChg chg="addSp delSp modSp new mod">
        <pc:chgData name="Tsz Nam Chan" userId="d72bc0ce159372cc" providerId="LiveId" clId="{7EA772CB-F43F-45EA-8D4F-488304E9E5E6}" dt="2026-08-08T14:42:22.943" v="3378" actId="1076"/>
        <pc:sldMkLst>
          <pc:docMk/>
          <pc:sldMk cId="3349179287" sldId="267"/>
        </pc:sldMkLst>
        <pc:spChg chg="mod">
          <ac:chgData name="Tsz Nam Chan" userId="d72bc0ce159372cc" providerId="LiveId" clId="{7EA772CB-F43F-45EA-8D4F-488304E9E5E6}" dt="2026-08-08T13:22:53.817" v="1262" actId="122"/>
          <ac:spMkLst>
            <pc:docMk/>
            <pc:sldMk cId="3349179287" sldId="267"/>
            <ac:spMk id="2" creationId="{1E7B4BE1-3D44-CBD0-7E48-D4BE6B9C4EA0}"/>
          </ac:spMkLst>
        </pc:spChg>
        <pc:spChg chg="add del mod">
          <ac:chgData name="Tsz Nam Chan" userId="d72bc0ce159372cc" providerId="LiveId" clId="{7EA772CB-F43F-45EA-8D4F-488304E9E5E6}" dt="2026-08-08T14:40:54.588" v="3369" actId="1076"/>
          <ac:spMkLst>
            <pc:docMk/>
            <pc:sldMk cId="3349179287" sldId="267"/>
            <ac:spMk id="3" creationId="{69304792-F9FA-57DA-961F-60CD299E5733}"/>
          </ac:spMkLst>
        </pc:spChg>
        <pc:picChg chg="add mod">
          <ac:chgData name="Tsz Nam Chan" userId="d72bc0ce159372cc" providerId="LiveId" clId="{7EA772CB-F43F-45EA-8D4F-488304E9E5E6}" dt="2026-08-08T14:42:22.943" v="3378" actId="1076"/>
          <ac:picMkLst>
            <pc:docMk/>
            <pc:sldMk cId="3349179287" sldId="267"/>
            <ac:picMk id="5" creationId="{9EFF441D-4483-C19D-368D-CE53F2B8A759}"/>
          </ac:picMkLst>
        </pc:picChg>
      </pc:sldChg>
      <pc:sldChg chg="addSp delSp modSp new mod">
        <pc:chgData name="Tsz Nam Chan" userId="d72bc0ce159372cc" providerId="LiveId" clId="{7EA772CB-F43F-45EA-8D4F-488304E9E5E6}" dt="2026-08-08T14:41:39.169" v="3376" actId="1076"/>
        <pc:sldMkLst>
          <pc:docMk/>
          <pc:sldMk cId="1944472154" sldId="268"/>
        </pc:sldMkLst>
        <pc:spChg chg="mod">
          <ac:chgData name="Tsz Nam Chan" userId="d72bc0ce159372cc" providerId="LiveId" clId="{7EA772CB-F43F-45EA-8D4F-488304E9E5E6}" dt="2026-08-08T13:35:12.749" v="1773" actId="1076"/>
          <ac:spMkLst>
            <pc:docMk/>
            <pc:sldMk cId="1944472154" sldId="268"/>
            <ac:spMk id="2" creationId="{8A063F72-C805-3339-0B9C-2C90A265E53A}"/>
          </ac:spMkLst>
        </pc:spChg>
        <pc:spChg chg="add mod">
          <ac:chgData name="Tsz Nam Chan" userId="d72bc0ce159372cc" providerId="LiveId" clId="{7EA772CB-F43F-45EA-8D4F-488304E9E5E6}" dt="2026-08-08T13:37:39.793" v="1846"/>
          <ac:spMkLst>
            <pc:docMk/>
            <pc:sldMk cId="1944472154" sldId="268"/>
            <ac:spMk id="8" creationId="{07E56B51-3549-54F9-FFFB-B4DA5CB7D2FF}"/>
          </ac:spMkLst>
        </pc:spChg>
        <pc:picChg chg="add mod">
          <ac:chgData name="Tsz Nam Chan" userId="d72bc0ce159372cc" providerId="LiveId" clId="{7EA772CB-F43F-45EA-8D4F-488304E9E5E6}" dt="2026-08-08T14:41:39.169" v="3376" actId="1076"/>
          <ac:picMkLst>
            <pc:docMk/>
            <pc:sldMk cId="1944472154" sldId="268"/>
            <ac:picMk id="4" creationId="{EB6F4D75-BBF7-654D-8B4C-34DBD221C0FB}"/>
          </ac:picMkLst>
        </pc:picChg>
      </pc:sldChg>
      <pc:sldChg chg="modSp new mod">
        <pc:chgData name="Tsz Nam Chan" userId="d72bc0ce159372cc" providerId="LiveId" clId="{7EA772CB-F43F-45EA-8D4F-488304E9E5E6}" dt="2026-08-08T13:40:35.625" v="2116" actId="5793"/>
        <pc:sldMkLst>
          <pc:docMk/>
          <pc:sldMk cId="523813791" sldId="269"/>
        </pc:sldMkLst>
        <pc:spChg chg="mod">
          <ac:chgData name="Tsz Nam Chan" userId="d72bc0ce159372cc" providerId="LiveId" clId="{7EA772CB-F43F-45EA-8D4F-488304E9E5E6}" dt="2026-08-08T13:38:58.420" v="1854" actId="122"/>
          <ac:spMkLst>
            <pc:docMk/>
            <pc:sldMk cId="523813791" sldId="269"/>
            <ac:spMk id="2" creationId="{800809DE-D749-D9D9-488E-11F8CDAF96E1}"/>
          </ac:spMkLst>
        </pc:spChg>
        <pc:spChg chg="mod">
          <ac:chgData name="Tsz Nam Chan" userId="d72bc0ce159372cc" providerId="LiveId" clId="{7EA772CB-F43F-45EA-8D4F-488304E9E5E6}" dt="2026-08-08T13:40:35.625" v="2116" actId="5793"/>
          <ac:spMkLst>
            <pc:docMk/>
            <pc:sldMk cId="523813791" sldId="269"/>
            <ac:spMk id="3" creationId="{D428017C-CE6F-7ADD-5117-46D5884CEDBE}"/>
          </ac:spMkLst>
        </pc:spChg>
      </pc:sldChg>
      <pc:sldChg chg="addSp delSp modSp new mod">
        <pc:chgData name="Tsz Nam Chan" userId="d72bc0ce159372cc" providerId="LiveId" clId="{7EA772CB-F43F-45EA-8D4F-488304E9E5E6}" dt="2026-08-08T13:50:50.129" v="2303" actId="1038"/>
        <pc:sldMkLst>
          <pc:docMk/>
          <pc:sldMk cId="3283270721" sldId="270"/>
        </pc:sldMkLst>
        <pc:spChg chg="mod">
          <ac:chgData name="Tsz Nam Chan" userId="d72bc0ce159372cc" providerId="LiveId" clId="{7EA772CB-F43F-45EA-8D4F-488304E9E5E6}" dt="2026-08-08T13:50:50.129" v="2303" actId="1038"/>
          <ac:spMkLst>
            <pc:docMk/>
            <pc:sldMk cId="3283270721" sldId="270"/>
            <ac:spMk id="2" creationId="{9A8ACCC6-F57D-C529-CDCA-289097D39145}"/>
          </ac:spMkLst>
        </pc:spChg>
        <pc:spChg chg="add mod">
          <ac:chgData name="Tsz Nam Chan" userId="d72bc0ce159372cc" providerId="LiveId" clId="{7EA772CB-F43F-45EA-8D4F-488304E9E5E6}" dt="2026-08-08T13:49:31.631" v="2280" actId="20577"/>
          <ac:spMkLst>
            <pc:docMk/>
            <pc:sldMk cId="3283270721" sldId="270"/>
            <ac:spMk id="12" creationId="{B9464F45-0A2C-531C-68CF-7F69E3E3E606}"/>
          </ac:spMkLst>
        </pc:spChg>
        <pc:picChg chg="add mod">
          <ac:chgData name="Tsz Nam Chan" userId="d72bc0ce159372cc" providerId="LiveId" clId="{7EA772CB-F43F-45EA-8D4F-488304E9E5E6}" dt="2026-08-08T13:50:05.285" v="2287" actId="1076"/>
          <ac:picMkLst>
            <pc:docMk/>
            <pc:sldMk cId="3283270721" sldId="270"/>
            <ac:picMk id="7" creationId="{03A47730-138C-B1D1-BD5E-C09BD110BC15}"/>
          </ac:picMkLst>
        </pc:picChg>
        <pc:picChg chg="add mod">
          <ac:chgData name="Tsz Nam Chan" userId="d72bc0ce159372cc" providerId="LiveId" clId="{7EA772CB-F43F-45EA-8D4F-488304E9E5E6}" dt="2026-08-08T13:50:41.251" v="2290" actId="1076"/>
          <ac:picMkLst>
            <pc:docMk/>
            <pc:sldMk cId="3283270721" sldId="270"/>
            <ac:picMk id="14" creationId="{6972B79F-0AE8-308B-D441-366ADDF87BE8}"/>
          </ac:picMkLst>
        </pc:picChg>
        <pc:picChg chg="add mod">
          <ac:chgData name="Tsz Nam Chan" userId="d72bc0ce159372cc" providerId="LiveId" clId="{7EA772CB-F43F-45EA-8D4F-488304E9E5E6}" dt="2026-08-08T13:49:50.249" v="2284" actId="1076"/>
          <ac:picMkLst>
            <pc:docMk/>
            <pc:sldMk cId="3283270721" sldId="270"/>
            <ac:picMk id="16" creationId="{FAE2361B-D88B-331C-B02D-29A9AF41262C}"/>
          </ac:picMkLst>
        </pc:picChg>
      </pc:sldChg>
      <pc:sldChg chg="addSp delSp modSp new mod">
        <pc:chgData name="Tsz Nam Chan" userId="d72bc0ce159372cc" providerId="LiveId" clId="{7EA772CB-F43F-45EA-8D4F-488304E9E5E6}" dt="2026-08-08T14:38:30.066" v="3361" actId="20577"/>
        <pc:sldMkLst>
          <pc:docMk/>
          <pc:sldMk cId="2851891223" sldId="271"/>
        </pc:sldMkLst>
        <pc:spChg chg="mod">
          <ac:chgData name="Tsz Nam Chan" userId="d72bc0ce159372cc" providerId="LiveId" clId="{7EA772CB-F43F-45EA-8D4F-488304E9E5E6}" dt="2026-08-08T13:51:15.256" v="2316" actId="2711"/>
          <ac:spMkLst>
            <pc:docMk/>
            <pc:sldMk cId="2851891223" sldId="271"/>
            <ac:spMk id="2" creationId="{9F12E68D-72A2-F977-E58B-8A7573C200CA}"/>
          </ac:spMkLst>
        </pc:spChg>
        <pc:spChg chg="mod">
          <ac:chgData name="Tsz Nam Chan" userId="d72bc0ce159372cc" providerId="LiveId" clId="{7EA772CB-F43F-45EA-8D4F-488304E9E5E6}" dt="2026-08-08T14:38:30.066" v="3361" actId="20577"/>
          <ac:spMkLst>
            <pc:docMk/>
            <pc:sldMk cId="2851891223" sldId="271"/>
            <ac:spMk id="3" creationId="{F4435D64-FA90-DDFF-2E30-D38C1E2BE412}"/>
          </ac:spMkLst>
        </pc:spChg>
      </pc:sldChg>
      <pc:sldChg chg="addSp delSp modSp new mod">
        <pc:chgData name="Tsz Nam Chan" userId="d72bc0ce159372cc" providerId="LiveId" clId="{7EA772CB-F43F-45EA-8D4F-488304E9E5E6}" dt="2026-08-08T14:44:29.856" v="3384" actId="113"/>
        <pc:sldMkLst>
          <pc:docMk/>
          <pc:sldMk cId="300967349" sldId="272"/>
        </pc:sldMkLst>
        <pc:spChg chg="mod">
          <ac:chgData name="Tsz Nam Chan" userId="d72bc0ce159372cc" providerId="LiveId" clId="{7EA772CB-F43F-45EA-8D4F-488304E9E5E6}" dt="2026-08-08T13:59:01.762" v="2803" actId="122"/>
          <ac:spMkLst>
            <pc:docMk/>
            <pc:sldMk cId="300967349" sldId="272"/>
            <ac:spMk id="2" creationId="{DC15B8BB-4224-3790-E8FE-65F0C17CF38F}"/>
          </ac:spMkLst>
        </pc:spChg>
        <pc:spChg chg="mod">
          <ac:chgData name="Tsz Nam Chan" userId="d72bc0ce159372cc" providerId="LiveId" clId="{7EA772CB-F43F-45EA-8D4F-488304E9E5E6}" dt="2026-08-08T14:44:29.856" v="3384" actId="113"/>
          <ac:spMkLst>
            <pc:docMk/>
            <pc:sldMk cId="300967349" sldId="272"/>
            <ac:spMk id="3" creationId="{3BA5DA79-017C-8097-C1C1-6098F5C875CA}"/>
          </ac:spMkLst>
        </pc:spChg>
      </pc:sldChg>
      <pc:sldChg chg="add">
        <pc:chgData name="Tsz Nam Chan" userId="d72bc0ce159372cc" providerId="LiveId" clId="{7EA772CB-F43F-45EA-8D4F-488304E9E5E6}" dt="2026-08-08T14:07:14.098" v="3275"/>
        <pc:sldMkLst>
          <pc:docMk/>
          <pc:sldMk cId="3277184418" sldId="282"/>
        </pc:sldMkLst>
      </pc:sldChg>
    </pc:docChg>
  </pc:docChgLst>
  <pc:docChgLst>
    <pc:chgData name="Tsz Nam Chan" userId="d72bc0ce159372cc" providerId="LiveId" clId="{D0A54EB6-4CA2-42C5-ABC6-C64AAD2F7BCD}"/>
    <pc:docChg chg="modSld">
      <pc:chgData name="Tsz Nam Chan" userId="d72bc0ce159372cc" providerId="LiveId" clId="{D0A54EB6-4CA2-42C5-ABC6-C64AAD2F7BCD}" dt="2026-08-10T15:41:44.147" v="49"/>
      <pc:docMkLst>
        <pc:docMk/>
      </pc:docMkLst>
      <pc:sldChg chg="modSp">
        <pc:chgData name="Tsz Nam Chan" userId="d72bc0ce159372cc" providerId="LiveId" clId="{D0A54EB6-4CA2-42C5-ABC6-C64AAD2F7BCD}" dt="2026-08-10T15:40:36.865" v="45"/>
        <pc:sldMkLst>
          <pc:docMk/>
          <pc:sldMk cId="3206141009" sldId="262"/>
        </pc:sldMkLst>
        <pc:spChg chg="mod">
          <ac:chgData name="Tsz Nam Chan" userId="d72bc0ce159372cc" providerId="LiveId" clId="{D0A54EB6-4CA2-42C5-ABC6-C64AAD2F7BCD}" dt="2026-08-10T15:40:13.456" v="41"/>
          <ac:spMkLst>
            <pc:docMk/>
            <pc:sldMk cId="3206141009" sldId="262"/>
            <ac:spMk id="3" creationId="{2A485A92-FE14-44EB-7F5C-A418B5BBB968}"/>
          </ac:spMkLst>
        </pc:spChg>
        <pc:spChg chg="mod">
          <ac:chgData name="Tsz Nam Chan" userId="d72bc0ce159372cc" providerId="LiveId" clId="{D0A54EB6-4CA2-42C5-ABC6-C64AAD2F7BCD}" dt="2026-08-10T15:40:36.865" v="45"/>
          <ac:spMkLst>
            <pc:docMk/>
            <pc:sldMk cId="3206141009" sldId="262"/>
            <ac:spMk id="7" creationId="{23842B56-793E-F748-06A6-2128ED6DBCBF}"/>
          </ac:spMkLst>
        </pc:spChg>
      </pc:sldChg>
      <pc:sldChg chg="modSp">
        <pc:chgData name="Tsz Nam Chan" userId="d72bc0ce159372cc" providerId="LiveId" clId="{D0A54EB6-4CA2-42C5-ABC6-C64AAD2F7BCD}" dt="2026-08-10T15:41:23.109" v="47"/>
        <pc:sldMkLst>
          <pc:docMk/>
          <pc:sldMk cId="3349179287" sldId="267"/>
        </pc:sldMkLst>
        <pc:spChg chg="mod">
          <ac:chgData name="Tsz Nam Chan" userId="d72bc0ce159372cc" providerId="LiveId" clId="{D0A54EB6-4CA2-42C5-ABC6-C64AAD2F7BCD}" dt="2026-08-10T15:41:23.109" v="47"/>
          <ac:spMkLst>
            <pc:docMk/>
            <pc:sldMk cId="3349179287" sldId="267"/>
            <ac:spMk id="3" creationId="{69304792-F9FA-57DA-961F-60CD299E5733}"/>
          </ac:spMkLst>
        </pc:spChg>
      </pc:sldChg>
      <pc:sldChg chg="modSp">
        <pc:chgData name="Tsz Nam Chan" userId="d72bc0ce159372cc" providerId="LiveId" clId="{D0A54EB6-4CA2-42C5-ABC6-C64AAD2F7BCD}" dt="2026-08-10T15:41:44.147" v="49"/>
        <pc:sldMkLst>
          <pc:docMk/>
          <pc:sldMk cId="1944472154" sldId="268"/>
        </pc:sldMkLst>
        <pc:spChg chg="mod">
          <ac:chgData name="Tsz Nam Chan" userId="d72bc0ce159372cc" providerId="LiveId" clId="{D0A54EB6-4CA2-42C5-ABC6-C64AAD2F7BCD}" dt="2026-08-10T15:41:44.147" v="49"/>
          <ac:spMkLst>
            <pc:docMk/>
            <pc:sldMk cId="1944472154" sldId="268"/>
            <ac:spMk id="8" creationId="{07E56B51-3549-54F9-FFFB-B4DA5CB7D2F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Hans-HK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27F06F-BA07-4A0F-A4F6-CE78195A93D7}" type="datetimeFigureOut">
              <a:rPr lang="zh-Hans-HK" altLang="en-US" smtClean="0"/>
              <a:t>08/11/2026</a:t>
            </a:fld>
            <a:endParaRPr lang="zh-Hans-HK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Hans-HK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Hans-HK"/>
              <a:t>Click to edit Master text styles</a:t>
            </a:r>
          </a:p>
          <a:p>
            <a:pPr lvl="1"/>
            <a:r>
              <a:rPr lang="en-US" altLang="zh-Hans-HK"/>
              <a:t>Second level</a:t>
            </a:r>
          </a:p>
          <a:p>
            <a:pPr lvl="2"/>
            <a:r>
              <a:rPr lang="en-US" altLang="zh-Hans-HK"/>
              <a:t>Third level</a:t>
            </a:r>
          </a:p>
          <a:p>
            <a:pPr lvl="3"/>
            <a:r>
              <a:rPr lang="en-US" altLang="zh-Hans-HK"/>
              <a:t>Fourth level</a:t>
            </a:r>
          </a:p>
          <a:p>
            <a:pPr lvl="4"/>
            <a:r>
              <a:rPr lang="en-US" altLang="zh-Hans-HK"/>
              <a:t>Fifth level</a:t>
            </a:r>
            <a:endParaRPr lang="zh-Hans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Hans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1DD87-6B74-4F73-8C4D-5E27623FD56E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3870986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A34DC-A1C6-D798-E09F-21D7B9504B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Hans-HK"/>
              <a:t>Click to edit Master title style</a:t>
            </a:r>
            <a:endParaRPr lang="zh-Hans-HK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B5611D-97C5-8BB5-F523-012B6C17C2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Hans-HK"/>
              <a:t>Click to edit Master subtitle style</a:t>
            </a:r>
            <a:endParaRPr lang="zh-Hans-HK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7B1D4-BD0C-9D11-1038-81BB9CAB1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2C107-3D46-4C34-AD55-6B06F342152C}" type="datetime1">
              <a:rPr lang="zh-Hans-HK" altLang="en-US" smtClean="0"/>
              <a:t>08/11/2026</a:t>
            </a:fld>
            <a:endParaRPr lang="zh-Hans-HK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6C201-454A-53BC-301D-0C71BAF51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D52020-3386-8B90-D43A-557031147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E2538-F9C7-4567-ACAD-7D5D5E60620F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3157874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898AF-3769-9352-BDD3-9D8C99DDD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ans-HK"/>
              <a:t>Click to edit Master title style</a:t>
            </a:r>
            <a:endParaRPr lang="zh-Hans-HK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F87AF-BBB8-BEAE-0FBB-C6804B78D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Hans-HK"/>
              <a:t>Click to edit Master text styles</a:t>
            </a:r>
          </a:p>
          <a:p>
            <a:pPr lvl="1"/>
            <a:r>
              <a:rPr lang="en-US" altLang="zh-Hans-HK"/>
              <a:t>Second level</a:t>
            </a:r>
          </a:p>
          <a:p>
            <a:pPr lvl="2"/>
            <a:r>
              <a:rPr lang="en-US" altLang="zh-Hans-HK"/>
              <a:t>Third level</a:t>
            </a:r>
          </a:p>
          <a:p>
            <a:pPr lvl="3"/>
            <a:r>
              <a:rPr lang="en-US" altLang="zh-Hans-HK"/>
              <a:t>Fourth level</a:t>
            </a:r>
          </a:p>
          <a:p>
            <a:pPr lvl="4"/>
            <a:r>
              <a:rPr lang="en-US" altLang="zh-Hans-HK"/>
              <a:t>Fifth level</a:t>
            </a:r>
            <a:endParaRPr lang="zh-Hans-HK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00E7B9-60CC-9075-AFF5-C81F6CD71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75790-1734-4686-B703-974A777B5B4B}" type="datetime1">
              <a:rPr lang="zh-Hans-HK" altLang="en-US" smtClean="0"/>
              <a:t>08/11/2026</a:t>
            </a:fld>
            <a:endParaRPr lang="zh-Hans-HK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C5742B-E2CC-969C-55A3-DF80F3B23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44D43-C0FA-5F5D-CD28-C985C8549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E2538-F9C7-4567-ACAD-7D5D5E60620F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826382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DAD04-EC48-81EC-9422-4C5C5FD05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Hans-HK"/>
              <a:t>Click to edit Master title style</a:t>
            </a:r>
            <a:endParaRPr lang="zh-Hans-HK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07B855-A5A2-4F75-1210-F03F35EEA1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Hans-HK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05C74-5955-01A3-3BBF-F26708C4E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64584-6F77-4795-AC9A-D3C407811108}" type="datetime1">
              <a:rPr lang="zh-Hans-HK" altLang="en-US" smtClean="0"/>
              <a:t>08/11/2026</a:t>
            </a:fld>
            <a:endParaRPr lang="zh-Hans-HK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5A8EF-CA88-B212-B061-87FCC4C56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EA5A7-1F48-43D8-4F95-0C23A3CA6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E2538-F9C7-4567-ACAD-7D5D5E60620F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4156078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FD6E3-0AE7-6A9A-F986-5CC45379F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ans-HK"/>
              <a:t>Click to edit Master title style</a:t>
            </a:r>
            <a:endParaRPr lang="zh-Hans-HK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CD5E9-4766-4506-6A69-76CFD98405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Hans-HK"/>
              <a:t>Click to edit Master text styles</a:t>
            </a:r>
          </a:p>
          <a:p>
            <a:pPr lvl="1"/>
            <a:r>
              <a:rPr lang="en-US" altLang="zh-Hans-HK"/>
              <a:t>Second level</a:t>
            </a:r>
          </a:p>
          <a:p>
            <a:pPr lvl="2"/>
            <a:r>
              <a:rPr lang="en-US" altLang="zh-Hans-HK"/>
              <a:t>Third level</a:t>
            </a:r>
          </a:p>
          <a:p>
            <a:pPr lvl="3"/>
            <a:r>
              <a:rPr lang="en-US" altLang="zh-Hans-HK"/>
              <a:t>Fourth level</a:t>
            </a:r>
          </a:p>
          <a:p>
            <a:pPr lvl="4"/>
            <a:r>
              <a:rPr lang="en-US" altLang="zh-Hans-HK"/>
              <a:t>Fifth level</a:t>
            </a:r>
            <a:endParaRPr lang="zh-Hans-HK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D3621F-1E25-0F67-9089-FD3A6794EB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Hans-HK"/>
              <a:t>Click to edit Master text styles</a:t>
            </a:r>
          </a:p>
          <a:p>
            <a:pPr lvl="1"/>
            <a:r>
              <a:rPr lang="en-US" altLang="zh-Hans-HK"/>
              <a:t>Second level</a:t>
            </a:r>
          </a:p>
          <a:p>
            <a:pPr lvl="2"/>
            <a:r>
              <a:rPr lang="en-US" altLang="zh-Hans-HK"/>
              <a:t>Third level</a:t>
            </a:r>
          </a:p>
          <a:p>
            <a:pPr lvl="3"/>
            <a:r>
              <a:rPr lang="en-US" altLang="zh-Hans-HK"/>
              <a:t>Fourth level</a:t>
            </a:r>
          </a:p>
          <a:p>
            <a:pPr lvl="4"/>
            <a:r>
              <a:rPr lang="en-US" altLang="zh-Hans-HK"/>
              <a:t>Fifth level</a:t>
            </a:r>
            <a:endParaRPr lang="zh-Hans-HK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B771F3-722B-BE63-3FCC-A73C55EFE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1BABE-0F77-4582-AA5C-A6742AFE3AD0}" type="datetime1">
              <a:rPr lang="zh-Hans-HK" altLang="en-US" smtClean="0"/>
              <a:t>08/11/2026</a:t>
            </a:fld>
            <a:endParaRPr lang="zh-Hans-HK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EDE444-00CF-AA3E-6F1B-E55C064FC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63FE88-FFD5-AD4C-201A-B414F3990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E2538-F9C7-4567-ACAD-7D5D5E60620F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3344863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33606-BE10-960C-3A99-D9D84D70E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Hans-HK"/>
              <a:t>Click to edit Master title style</a:t>
            </a:r>
            <a:endParaRPr lang="zh-Hans-HK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81E954-3287-1B5E-FED3-C19728F6F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Hans-HK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11BAB3-9E35-2F82-E747-FDBEBA931D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Hans-HK"/>
              <a:t>Click to edit Master text styles</a:t>
            </a:r>
          </a:p>
          <a:p>
            <a:pPr lvl="1"/>
            <a:r>
              <a:rPr lang="en-US" altLang="zh-Hans-HK"/>
              <a:t>Second level</a:t>
            </a:r>
          </a:p>
          <a:p>
            <a:pPr lvl="2"/>
            <a:r>
              <a:rPr lang="en-US" altLang="zh-Hans-HK"/>
              <a:t>Third level</a:t>
            </a:r>
          </a:p>
          <a:p>
            <a:pPr lvl="3"/>
            <a:r>
              <a:rPr lang="en-US" altLang="zh-Hans-HK"/>
              <a:t>Fourth level</a:t>
            </a:r>
          </a:p>
          <a:p>
            <a:pPr lvl="4"/>
            <a:r>
              <a:rPr lang="en-US" altLang="zh-Hans-HK"/>
              <a:t>Fifth level</a:t>
            </a:r>
            <a:endParaRPr lang="zh-Hans-HK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761CBA-E91F-CEA0-EC4E-976EA36A7E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Hans-HK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0EC18C-563A-31B8-3564-22C86F5BC4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Hans-HK"/>
              <a:t>Click to edit Master text styles</a:t>
            </a:r>
          </a:p>
          <a:p>
            <a:pPr lvl="1"/>
            <a:r>
              <a:rPr lang="en-US" altLang="zh-Hans-HK"/>
              <a:t>Second level</a:t>
            </a:r>
          </a:p>
          <a:p>
            <a:pPr lvl="2"/>
            <a:r>
              <a:rPr lang="en-US" altLang="zh-Hans-HK"/>
              <a:t>Third level</a:t>
            </a:r>
          </a:p>
          <a:p>
            <a:pPr lvl="3"/>
            <a:r>
              <a:rPr lang="en-US" altLang="zh-Hans-HK"/>
              <a:t>Fourth level</a:t>
            </a:r>
          </a:p>
          <a:p>
            <a:pPr lvl="4"/>
            <a:r>
              <a:rPr lang="en-US" altLang="zh-Hans-HK"/>
              <a:t>Fifth level</a:t>
            </a:r>
            <a:endParaRPr lang="zh-Hans-HK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6E28A0-B673-2A93-07FE-B175AD741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DDB1E-525B-4EDA-B549-6BA885D7A7DA}" type="datetime1">
              <a:rPr lang="zh-Hans-HK" altLang="en-US" smtClean="0"/>
              <a:t>08/11/2026</a:t>
            </a:fld>
            <a:endParaRPr lang="zh-Hans-HK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24C3FC-3CC0-B6E1-B210-C640C77CD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D30CAB-1989-8377-FBFB-6897B5B3C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E2538-F9C7-4567-ACAD-7D5D5E60620F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1705792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FB779-058B-991C-89D0-20B5F293E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ans-HK"/>
              <a:t>Click to edit Master title style</a:t>
            </a:r>
            <a:endParaRPr lang="zh-Hans-HK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E58B5F-2047-E133-BA23-764CF76EE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0F264-FFF5-4DD8-8A35-3C9C460CD2D1}" type="datetime1">
              <a:rPr lang="zh-Hans-HK" altLang="en-US" smtClean="0"/>
              <a:t>08/11/2026</a:t>
            </a:fld>
            <a:endParaRPr lang="zh-Hans-HK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7BE872-597C-56CB-53FF-70680160F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E25430-5711-4E7D-3023-3FDF2C0E1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E2538-F9C7-4567-ACAD-7D5D5E60620F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602433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2943F6-46FE-235B-B310-09A83090B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71FCA-09CC-4F77-9714-5C465728D081}" type="datetime1">
              <a:rPr lang="zh-Hans-HK" altLang="en-US" smtClean="0"/>
              <a:t>08/11/2026</a:t>
            </a:fld>
            <a:endParaRPr lang="zh-Hans-HK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214CD8-CAC9-4F54-65DF-5352A15C7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00ACC8-4F8A-0BF9-BE25-CD99EC697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E2538-F9C7-4567-ACAD-7D5D5E60620F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2799488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084CC-EA5E-5059-D436-DF257B10F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Hans-HK"/>
              <a:t>Click to edit Master title style</a:t>
            </a:r>
            <a:endParaRPr lang="zh-Hans-HK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ED304-E72B-3F9D-6CAE-858D22440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Hans-HK"/>
              <a:t>Click to edit Master text styles</a:t>
            </a:r>
          </a:p>
          <a:p>
            <a:pPr lvl="1"/>
            <a:r>
              <a:rPr lang="en-US" altLang="zh-Hans-HK"/>
              <a:t>Second level</a:t>
            </a:r>
          </a:p>
          <a:p>
            <a:pPr lvl="2"/>
            <a:r>
              <a:rPr lang="en-US" altLang="zh-Hans-HK"/>
              <a:t>Third level</a:t>
            </a:r>
          </a:p>
          <a:p>
            <a:pPr lvl="3"/>
            <a:r>
              <a:rPr lang="en-US" altLang="zh-Hans-HK"/>
              <a:t>Fourth level</a:t>
            </a:r>
          </a:p>
          <a:p>
            <a:pPr lvl="4"/>
            <a:r>
              <a:rPr lang="en-US" altLang="zh-Hans-HK"/>
              <a:t>Fifth level</a:t>
            </a:r>
            <a:endParaRPr lang="zh-Hans-HK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F5A41D-1C56-CF15-4E79-FE68914D0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Hans-HK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052CBA-CAE7-363B-7568-473117CB3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EE52-F9A1-4B1A-9E5B-D2A2C74977B1}" type="datetime1">
              <a:rPr lang="zh-Hans-HK" altLang="en-US" smtClean="0"/>
              <a:t>08/11/2026</a:t>
            </a:fld>
            <a:endParaRPr lang="zh-Hans-HK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79AE5D-A2C9-EA39-E90C-8A08CB8D8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3325B0-B00E-50CA-3277-72201A107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E2538-F9C7-4567-ACAD-7D5D5E60620F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361132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73202-19E6-6199-A2AC-1A5AF226F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Hans-HK"/>
              <a:t>Click to edit Master title style</a:t>
            </a:r>
            <a:endParaRPr lang="zh-Hans-HK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6FE3B3-071F-1540-C673-DE6C8CFBC4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Hans-HK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9B7A68-3388-38E8-797D-B3D283E779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Hans-HK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30EA29-A766-811A-1D7C-DAAA72FAD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611EB-929D-49F6-82A1-CD07E35305B6}" type="datetime1">
              <a:rPr lang="zh-Hans-HK" altLang="en-US" smtClean="0"/>
              <a:t>08/11/2026</a:t>
            </a:fld>
            <a:endParaRPr lang="zh-Hans-HK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50D0E2-350E-D75F-82D0-D0FC2B6F5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383D4B-2825-5DBA-2D72-E3E9A13F2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E2538-F9C7-4567-ACAD-7D5D5E60620F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490796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C7676-0CBF-A080-EC62-A4B743E6D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ans-HK"/>
              <a:t>Click to edit Master title style</a:t>
            </a:r>
            <a:endParaRPr lang="zh-Hans-HK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3110E3-1CC3-A513-CBE4-719D6B6AD1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Hans-HK"/>
              <a:t>Click to edit Master text styles</a:t>
            </a:r>
          </a:p>
          <a:p>
            <a:pPr lvl="1"/>
            <a:r>
              <a:rPr lang="en-US" altLang="zh-Hans-HK"/>
              <a:t>Second level</a:t>
            </a:r>
          </a:p>
          <a:p>
            <a:pPr lvl="2"/>
            <a:r>
              <a:rPr lang="en-US" altLang="zh-Hans-HK"/>
              <a:t>Third level</a:t>
            </a:r>
          </a:p>
          <a:p>
            <a:pPr lvl="3"/>
            <a:r>
              <a:rPr lang="en-US" altLang="zh-Hans-HK"/>
              <a:t>Fourth level</a:t>
            </a:r>
          </a:p>
          <a:p>
            <a:pPr lvl="4"/>
            <a:r>
              <a:rPr lang="en-US" altLang="zh-Hans-HK"/>
              <a:t>Fifth level</a:t>
            </a:r>
            <a:endParaRPr lang="zh-Hans-HK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7AA655-72C4-987A-B99A-3D3F30E3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68AEC-A1E8-4E3F-8255-380A839494A5}" type="datetime1">
              <a:rPr lang="zh-Hans-HK" altLang="en-US" smtClean="0"/>
              <a:t>08/11/2026</a:t>
            </a:fld>
            <a:endParaRPr lang="zh-Hans-HK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392CCE-0D04-AB06-B5FB-402BCF9D3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545DD-2CFF-E137-7898-28F49FFA1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E2538-F9C7-4567-ACAD-7D5D5E60620F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1508188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5BB8A6-EF6B-A9CC-8B69-5AB342ED63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Hans-HK"/>
              <a:t>Click to edit Master title style</a:t>
            </a:r>
            <a:endParaRPr lang="zh-Hans-HK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D4F621-BF29-F2B6-2E2B-15EEA8869E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Hans-HK"/>
              <a:t>Click to edit Master text styles</a:t>
            </a:r>
          </a:p>
          <a:p>
            <a:pPr lvl="1"/>
            <a:r>
              <a:rPr lang="en-US" altLang="zh-Hans-HK"/>
              <a:t>Second level</a:t>
            </a:r>
          </a:p>
          <a:p>
            <a:pPr lvl="2"/>
            <a:r>
              <a:rPr lang="en-US" altLang="zh-Hans-HK"/>
              <a:t>Third level</a:t>
            </a:r>
          </a:p>
          <a:p>
            <a:pPr lvl="3"/>
            <a:r>
              <a:rPr lang="en-US" altLang="zh-Hans-HK"/>
              <a:t>Fourth level</a:t>
            </a:r>
          </a:p>
          <a:p>
            <a:pPr lvl="4"/>
            <a:r>
              <a:rPr lang="en-US" altLang="zh-Hans-HK"/>
              <a:t>Fifth level</a:t>
            </a:r>
            <a:endParaRPr lang="zh-Hans-HK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D1279-C297-49A5-38B0-6F0FF6FF7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20706-6DAE-4980-A181-69787124255D}" type="datetime1">
              <a:rPr lang="zh-Hans-HK" altLang="en-US" smtClean="0"/>
              <a:t>08/11/2026</a:t>
            </a:fld>
            <a:endParaRPr lang="zh-Hans-HK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027592-B908-D87B-CEBD-B61713152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76B5C-BEF2-6F08-7B72-2F842774E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E2538-F9C7-4567-ACAD-7D5D5E60620F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1419196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6EA61D-38FD-845D-190A-5F243FA36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Hans-HK"/>
              <a:t>Click to edit Master title style</a:t>
            </a:r>
            <a:endParaRPr lang="zh-Hans-HK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08ADFA-23EC-37AA-8FB1-855F53033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Hans-HK"/>
              <a:t>Click to edit Master text styles</a:t>
            </a:r>
          </a:p>
          <a:p>
            <a:pPr lvl="1"/>
            <a:r>
              <a:rPr lang="en-US" altLang="zh-Hans-HK"/>
              <a:t>Second level</a:t>
            </a:r>
          </a:p>
          <a:p>
            <a:pPr lvl="2"/>
            <a:r>
              <a:rPr lang="en-US" altLang="zh-Hans-HK"/>
              <a:t>Third level</a:t>
            </a:r>
          </a:p>
          <a:p>
            <a:pPr lvl="3"/>
            <a:r>
              <a:rPr lang="en-US" altLang="zh-Hans-HK"/>
              <a:t>Fourth level</a:t>
            </a:r>
          </a:p>
          <a:p>
            <a:pPr lvl="4"/>
            <a:r>
              <a:rPr lang="en-US" altLang="zh-Hans-HK"/>
              <a:t>Fifth level</a:t>
            </a:r>
            <a:endParaRPr lang="zh-Hans-HK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71D508-DFB9-E8F9-8E85-5590924580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2C4482-257B-415C-8401-EE424C28919F}" type="datetime1">
              <a:rPr lang="zh-Hans-HK" altLang="en-US" smtClean="0"/>
              <a:t>08/11/2026</a:t>
            </a:fld>
            <a:endParaRPr lang="zh-Hans-HK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49015A-EDDA-AD0E-FB1E-8D0C918A09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Hans-HK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65FEF-ACAF-806F-2573-A4C16FE264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BE2538-F9C7-4567-ACAD-7D5D5E60620F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303829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ans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book/10.1007/978-981-95-4850-7" TargetMode="Externa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A79EE-D72D-60E7-481B-052ED38225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271" y="268940"/>
            <a:ext cx="10673079" cy="1741675"/>
          </a:xfrm>
        </p:spPr>
        <p:txBody>
          <a:bodyPr>
            <a:normAutofit fontScale="90000"/>
          </a:bodyPr>
          <a:lstStyle/>
          <a:p>
            <a:r>
              <a:rPr lang="en-US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EARTH: Accelerating Spatiotemporal Network K-function-based Analytics</a:t>
            </a:r>
            <a:endParaRPr lang="zh-Hans-HK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8F43267-6084-E011-8D60-BAF0DF6D55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1" y="2595274"/>
            <a:ext cx="11572240" cy="2319625"/>
          </a:xfrm>
        </p:spPr>
        <p:txBody>
          <a:bodyPr>
            <a:normAutofit/>
          </a:bodyPr>
          <a:lstStyle/>
          <a:p>
            <a:r>
              <a:rPr lang="en-US" altLang="zh-H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(Edison) Tsz Nam Chan</a:t>
            </a:r>
            <a:r>
              <a:rPr lang="en-US" altLang="zh-HK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Hongwei Ye</a:t>
            </a:r>
            <a:r>
              <a:rPr lang="en-US" altLang="zh-HK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Leong Hou U</a:t>
            </a:r>
            <a:r>
              <a:rPr lang="en-US" altLang="zh-HK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Yun Peng</a:t>
            </a:r>
            <a:r>
              <a:rPr lang="en-US" altLang="zh-HK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US" altLang="zh-HK" sz="28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HK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Dingming</a:t>
            </a:r>
            <a:r>
              <a:rPr lang="en-US" altLang="zh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Wu</a:t>
            </a:r>
            <a:r>
              <a:rPr lang="en-US" altLang="zh-HK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US" altLang="zh-HK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Jianliang</a:t>
            </a:r>
            <a:r>
              <a:rPr lang="en-US" altLang="zh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Xu</a:t>
            </a:r>
            <a:r>
              <a:rPr lang="en-US" altLang="zh-HK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Christian S. Jensen</a:t>
            </a:r>
            <a:r>
              <a:rPr lang="en-US" altLang="zh-HK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  <a:p>
            <a:r>
              <a:rPr lang="en-US" altLang="zh-HK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Shenzhen University   </a:t>
            </a:r>
            <a:r>
              <a:rPr lang="en-US" altLang="zh-HK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Macau   </a:t>
            </a:r>
            <a:r>
              <a:rPr lang="en-US" altLang="zh-HK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Guangzhou University  </a:t>
            </a:r>
          </a:p>
          <a:p>
            <a:r>
              <a:rPr lang="en-US" altLang="zh-HK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Hong Kong Baptist University   </a:t>
            </a:r>
            <a:r>
              <a:rPr lang="en-US" altLang="zh-HK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Aalborg University  </a:t>
            </a:r>
          </a:p>
        </p:txBody>
      </p:sp>
      <p:pic>
        <p:nvPicPr>
          <p:cNvPr id="5" name="Picture 2" descr="Hong Kong Baptist University – Say Yes To Breastfeeding">
            <a:extLst>
              <a:ext uri="{FF2B5EF4-FFF2-40B4-BE49-F238E27FC236}">
                <a16:creationId xmlns:a16="http://schemas.microsoft.com/office/drawing/2014/main" id="{7D06E30C-69F5-E6B6-E5E1-F5A987C0CC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9210" y="4914899"/>
            <a:ext cx="3610947" cy="1776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48EFDF5-A5A4-A110-B244-55C8446A73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5756" y="5185837"/>
            <a:ext cx="1379797" cy="13774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EC2662-070F-AA11-2942-BDDB55F149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776" y="5160111"/>
            <a:ext cx="1428949" cy="1428949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C5E59EA0-253E-0F76-8C23-CEFFD6716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1111" y="4999945"/>
            <a:ext cx="1714240" cy="1563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90D26B-2218-DF29-10B6-B982FE78A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F02A9-5B69-43F2-A623-9ECD00EE50B7}" type="slidenum">
              <a:rPr lang="zh-Hans-HK" altLang="en-US" smtClean="0"/>
              <a:t>1</a:t>
            </a:fld>
            <a:endParaRPr lang="zh-Hans-HK" altLang="en-US"/>
          </a:p>
        </p:txBody>
      </p:sp>
      <p:pic>
        <p:nvPicPr>
          <p:cNvPr id="9" name="圖片 3">
            <a:extLst>
              <a:ext uri="{FF2B5EF4-FFF2-40B4-BE49-F238E27FC236}">
                <a16:creationId xmlns:a16="http://schemas.microsoft.com/office/drawing/2014/main" id="{CA43A1B6-2073-0C44-2A26-8FB8A1F2CD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5348" y="5029910"/>
            <a:ext cx="1703863" cy="1606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116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8A023-AB1A-2E86-BD56-A955A2D07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Hotspot a Hotspot?</a:t>
            </a:r>
            <a:endParaRPr lang="zh-Hans-HK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F86FDE4-9CEA-D660-525A-BE19CB5DF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0085" y="4780080"/>
            <a:ext cx="10515599" cy="1712795"/>
          </a:xfrm>
        </p:spPr>
        <p:txBody>
          <a:bodyPr/>
          <a:lstStyle/>
          <a:p>
            <a:r>
              <a:rPr lang="en-US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you think that the red part is really a hotspot?</a:t>
            </a:r>
          </a:p>
          <a:p>
            <a:endParaRPr lang="en-US" altLang="zh-Hans-H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you tune the parameters in some statistical/clustering models?</a:t>
            </a:r>
          </a:p>
        </p:txBody>
      </p:sp>
      <p:pic>
        <p:nvPicPr>
          <p:cNvPr id="12" name="Content Placeholder 4">
            <a:extLst>
              <a:ext uri="{FF2B5EF4-FFF2-40B4-BE49-F238E27FC236}">
                <a16:creationId xmlns:a16="http://schemas.microsoft.com/office/drawing/2014/main" id="{D2679693-83AD-C8AF-C7A1-1F25F396D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3340" y="1547388"/>
            <a:ext cx="5825319" cy="3020536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771FED0-0435-33FC-E4AE-FAFCD64A3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E2538-F9C7-4567-ACAD-7D5D5E60620F}" type="slidenum">
              <a:rPr lang="zh-Hans-HK" altLang="en-US" smtClean="0"/>
              <a:t>2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2332408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8B2E9-795B-F2CC-3996-2DAB5F042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29900" cy="1325563"/>
          </a:xfrm>
        </p:spPr>
        <p:txBody>
          <a:bodyPr/>
          <a:lstStyle/>
          <a:p>
            <a:pPr algn="ctr"/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Network K-function?</a:t>
            </a:r>
            <a:endParaRPr lang="zh-Hans-HK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741F65-4CC6-58F3-805E-2A0B75940A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70075"/>
                <a:ext cx="10515600" cy="4351338"/>
              </a:xfrm>
            </p:spPr>
            <p:txBody>
              <a:bodyPr/>
              <a:lstStyle/>
              <a:p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Count the number of data points that are within the spatial threshold </a:t>
                </a:r>
                <a14:m>
                  <m:oMath xmlns:m="http://schemas.openxmlformats.org/officeDocument/2006/math">
                    <m:r>
                      <a:rPr lang="en-HK" altLang="zh-Hans-HK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from each data point.</a:t>
                </a:r>
                <a:endParaRPr lang="zh-Hans-HK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741F65-4CC6-58F3-805E-2A0B75940A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70075"/>
                <a:ext cx="10515600" cy="4351338"/>
              </a:xfrm>
              <a:blipFill>
                <a:blip r:embed="rId2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Hans-HK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20A8E5FA-03B0-7535-C07D-27DDF5EFB0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6866" y="2848913"/>
            <a:ext cx="6688897" cy="3174062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3FAED66-05F6-48F1-7793-B0AF5CC4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E2538-F9C7-4567-ACAD-7D5D5E60620F}" type="slidenum">
              <a:rPr lang="zh-Hans-HK" altLang="en-US" smtClean="0"/>
              <a:t>3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119712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EDCE2BB-A9A5-3862-1F05-B03BDB06A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4946" y="1924717"/>
            <a:ext cx="4774932" cy="30085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2197ED6-F9DD-FC31-4268-51E6779AD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Network K-function Plot?</a:t>
            </a:r>
            <a:endParaRPr lang="zh-Hans-HK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04765-772A-D418-AB9F-17E2BAD6F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750" y="1825624"/>
            <a:ext cx="6604000" cy="4867275"/>
          </a:xfrm>
        </p:spPr>
        <p:txBody>
          <a:bodyPr>
            <a:normAutofit/>
          </a:bodyPr>
          <a:lstStyle/>
          <a:p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experts need to determine whether the hotspots/clusters of a location dataset are meaningful.</a:t>
            </a:r>
          </a:p>
          <a:p>
            <a:endParaRPr lang="en-HK" altLang="zh-Hans-H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multiple random datasets with the same size as the original dataset.</a:t>
            </a:r>
          </a:p>
          <a:p>
            <a:endParaRPr lang="en-HK" altLang="zh-Hans-H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the network K-function values for the original dataset and random datasets with respect to multiple thresholds.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9">
                <a:extLst>
                  <a:ext uri="{FF2B5EF4-FFF2-40B4-BE49-F238E27FC236}">
                    <a16:creationId xmlns:a16="http://schemas.microsoft.com/office/drawing/2014/main" id="{A2B2F28C-67C5-286C-6619-87AE977BED4B}"/>
                  </a:ext>
                </a:extLst>
              </p:cNvPr>
              <p:cNvSpPr/>
              <p:nvPr/>
            </p:nvSpPr>
            <p:spPr>
              <a:xfrm rot="18701841">
                <a:off x="9979370" y="2753751"/>
                <a:ext cx="79618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HK" i="1" smtClea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𝑈</m:t>
                      </m:r>
                      <m:d>
                        <m:dPr>
                          <m:ctrlPr>
                            <a:rPr lang="zh-HK" altLang="en-US" i="1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HK" altLang="zh-HK" b="0" i="1" smtClean="0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altLang="zh-HK" b="0" i="1" smtClean="0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HK" i="1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HK" altLang="en-US" dirty="0"/>
              </a:p>
            </p:txBody>
          </p:sp>
        </mc:Choice>
        <mc:Fallback>
          <p:sp>
            <p:nvSpPr>
              <p:cNvPr id="7" name="矩形 9">
                <a:extLst>
                  <a:ext uri="{FF2B5EF4-FFF2-40B4-BE49-F238E27FC236}">
                    <a16:creationId xmlns:a16="http://schemas.microsoft.com/office/drawing/2014/main" id="{A2B2F28C-67C5-286C-6619-87AE977BED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701841">
                <a:off x="9979370" y="2753751"/>
                <a:ext cx="79618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10">
                <a:extLst>
                  <a:ext uri="{FF2B5EF4-FFF2-40B4-BE49-F238E27FC236}">
                    <a16:creationId xmlns:a16="http://schemas.microsoft.com/office/drawing/2014/main" id="{C1689D38-B32B-B03C-B045-9E76BEF16CD3}"/>
                  </a:ext>
                </a:extLst>
              </p:cNvPr>
              <p:cNvSpPr/>
              <p:nvPr/>
            </p:nvSpPr>
            <p:spPr>
              <a:xfrm rot="20057880">
                <a:off x="9228273" y="4076035"/>
                <a:ext cx="77655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HK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ℒ</m:t>
                      </m:r>
                      <m:d>
                        <m:dPr>
                          <m:ctrlPr>
                            <a:rPr lang="zh-HK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HK" altLang="zh-H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altLang="zh-HK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HK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HK" altLang="en-US" dirty="0"/>
              </a:p>
            </p:txBody>
          </p:sp>
        </mc:Choice>
        <mc:Fallback>
          <p:sp>
            <p:nvSpPr>
              <p:cNvPr id="9" name="矩形 10">
                <a:extLst>
                  <a:ext uri="{FF2B5EF4-FFF2-40B4-BE49-F238E27FC236}">
                    <a16:creationId xmlns:a16="http://schemas.microsoft.com/office/drawing/2014/main" id="{C1689D38-B32B-B03C-B045-9E76BEF16C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057880">
                <a:off x="9228273" y="4076035"/>
                <a:ext cx="77655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11">
                <a:extLst>
                  <a:ext uri="{FF2B5EF4-FFF2-40B4-BE49-F238E27FC236}">
                    <a16:creationId xmlns:a16="http://schemas.microsoft.com/office/drawing/2014/main" id="{F103E540-146D-77CB-D402-FF7B870486A6}"/>
                  </a:ext>
                </a:extLst>
              </p:cNvPr>
              <p:cNvSpPr/>
              <p:nvPr/>
            </p:nvSpPr>
            <p:spPr>
              <a:xfrm>
                <a:off x="11133952" y="2259876"/>
                <a:ext cx="92313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HK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HK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HK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d>
                        <m:dPr>
                          <m:ctrlPr>
                            <a:rPr lang="zh-HK" alt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HK" altLang="zh-HK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altLang="zh-HK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HK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HK" altLang="en-US" dirty="0"/>
              </a:p>
            </p:txBody>
          </p:sp>
        </mc:Choice>
        <mc:Fallback>
          <p:sp>
            <p:nvSpPr>
              <p:cNvPr id="11" name="矩形 11">
                <a:extLst>
                  <a:ext uri="{FF2B5EF4-FFF2-40B4-BE49-F238E27FC236}">
                    <a16:creationId xmlns:a16="http://schemas.microsoft.com/office/drawing/2014/main" id="{F103E540-146D-77CB-D402-FF7B870486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3952" y="2259876"/>
                <a:ext cx="92313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8CA28DA-E5CD-3E52-780F-91F85BAC8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E2538-F9C7-4567-ACAD-7D5D5E60620F}" type="slidenum">
              <a:rPr lang="zh-Hans-HK" altLang="en-US" smtClean="0"/>
              <a:t>4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2194462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B55F5-2B96-13F2-F095-75B957514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Weakness of Network K-function</a:t>
            </a:r>
            <a:endParaRPr lang="zh-Hans-HK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23EBC-CAAF-F90D-6E30-CA24241826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31550" cy="4351338"/>
          </a:xfrm>
        </p:spPr>
        <p:txBody>
          <a:bodyPr/>
          <a:lstStyle/>
          <a:p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Ignore the timestamp of each data point.</a:t>
            </a:r>
          </a:p>
          <a:p>
            <a:endParaRPr lang="en-HK" altLang="zh-Hans-H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HK" altLang="zh-Hans-H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HK" altLang="zh-Hans-H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HK" altLang="zh-Hans-H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HK" altLang="zh-Hans-H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HK" altLang="zh-Hans-H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spatiotemporal events depend on time.</a:t>
            </a:r>
          </a:p>
          <a:p>
            <a:endParaRPr lang="zh-Hans-HK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0EE318-5490-CD55-E13A-2C75FB60F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1900" y="2395538"/>
            <a:ext cx="6197491" cy="277336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EC6EFA-6A4B-4287-78E6-0AFD0A82F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E2538-F9C7-4567-ACAD-7D5D5E60620F}" type="slidenum">
              <a:rPr lang="zh-Hans-HK" altLang="en-US" smtClean="0"/>
              <a:t>5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3019718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08D6B-DE6B-AEF5-8FE1-C57AF78C5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25" y="164449"/>
            <a:ext cx="11283950" cy="1325563"/>
          </a:xfrm>
        </p:spPr>
        <p:txBody>
          <a:bodyPr/>
          <a:lstStyle/>
          <a:p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Spatiotemporal Network K-function</a:t>
            </a:r>
            <a:endParaRPr lang="zh-Hans-HK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485A92-FE14-44EB-7F5C-A418B5BBB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69950" y="1382062"/>
                <a:ext cx="9594850" cy="5111750"/>
              </a:xfrm>
            </p:spPr>
            <p:txBody>
              <a:bodyPr/>
              <a:lstStyle/>
              <a:p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a road network </a:t>
                </a:r>
                <a14:m>
                  <m:oMath xmlns:m="http://schemas.openxmlformats.org/officeDocument/2006/math"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𝐺</m:t>
                    </m:r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=(</m:t>
                    </m:r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𝑉</m:t>
                    </m:r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 spatiotemporal dataset </a:t>
                </a:r>
                <a14:m>
                  <m:oMath xmlns:m="http://schemas.openxmlformats.org/officeDocument/2006/math"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HK" altLang="zh-Hans-HK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HK" altLang="zh-Hans-HK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HK" altLang="zh-Hans-HK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HK" altLang="zh-Hans-HK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HK" altLang="zh-Hans-HK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HK" altLang="zh-Hans-HK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HK" altLang="zh-Hans-HK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HK" altLang="zh-Hans-HK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𝜏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HK" altLang="zh-Hans-HK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HK" altLang="zh-Hans-HK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HK" altLang="zh-Hans-HK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sub>
                            </m:sSub>
                          </m:e>
                        </m:d>
                        <m: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HK" altLang="zh-Hans-HK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HK" altLang="zh-Hans-HK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HK" altLang="zh-Hans-HK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HK" altLang="zh-Hans-HK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HK" altLang="zh-Hans-HK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HK" altLang="zh-Hans-HK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HK" altLang="zh-Hans-HK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𝜏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HK" altLang="zh-Hans-HK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HK" altLang="zh-Hans-HK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HK" altLang="zh-Hans-HK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sub>
                            </m:sSub>
                          </m:e>
                        </m:d>
                        <m: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,…,</m:t>
                        </m:r>
                        <m:d>
                          <m:dPr>
                            <m:ctrlPr>
                              <a:rPr lang="en-HK" altLang="zh-Hans-HK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HK" altLang="zh-Hans-HK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HK" altLang="zh-Hans-HK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HK" altLang="zh-Hans-HK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HK" altLang="zh-Hans-HK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HK" altLang="zh-Hans-HK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HK" altLang="zh-Hans-HK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𝜏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HK" altLang="zh-Hans-HK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HK" altLang="zh-Hans-HK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HK" altLang="zh-Hans-HK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 spatial threshold </a:t>
                </a:r>
                <a14:m>
                  <m:oMath xmlns:m="http://schemas.openxmlformats.org/officeDocument/2006/math">
                    <m:r>
                      <a:rPr lang="en-HK" altLang="zh-Hans-HK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a temporal threshold </a:t>
                </a:r>
                <a14:m>
                  <m:oMath xmlns:m="http://schemas.openxmlformats.org/officeDocument/2006/math">
                    <m:r>
                      <a:rPr lang="en-HK" altLang="zh-Hans-HK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we need to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sub>
                    </m:sSub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Hans-HK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485A92-FE14-44EB-7F5C-A418B5BBB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69950" y="1382062"/>
                <a:ext cx="9594850" cy="5111750"/>
              </a:xfrm>
              <a:blipFill>
                <a:blip r:embed="rId2"/>
                <a:stretch>
                  <a:fillRect l="-1144" t="-21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6720594-7A32-D8C6-E033-EC9F192B8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8300" y="4009477"/>
            <a:ext cx="6197491" cy="27733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3842B56-793E-F748-06A6-2128ED6DBCBF}"/>
                  </a:ext>
                </a:extLst>
              </p:cNvPr>
              <p:cNvSpPr txBox="1"/>
              <p:nvPr/>
            </p:nvSpPr>
            <p:spPr>
              <a:xfrm>
                <a:off x="2425700" y="2721239"/>
                <a:ext cx="7734300" cy="12882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HK" altLang="zh-Hans-HK" sz="2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HK" altLang="zh-Hans-HK" sz="2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HK" altLang="zh-Hans-HK" sz="2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sub>
                      </m:sSub>
                      <m:d>
                        <m:dPr>
                          <m:ctrlPr>
                            <a:rPr lang="en-HK" altLang="zh-Hans-HK" sz="2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HK" altLang="zh-Hans-HK" sz="2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  <m:r>
                            <a:rPr lang="en-HK" altLang="zh-Hans-HK" sz="2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HK" altLang="zh-Hans-HK" sz="2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HK" altLang="zh-Hans-HK" sz="2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HK" altLang="zh-Hans-HK" sz="2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HK" altLang="zh-Hans-HK" sz="2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HK" altLang="zh-Hans-HK" sz="2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altLang="zh-Hans-HK" sz="2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HK" altLang="zh-Hans-HK" sz="2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brk m:alnAt="7"/>
                            </m:rPr>
                            <a:rPr lang="en-HK" altLang="zh-Hans-HK" sz="2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HK" altLang="zh-Hans-HK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altLang="zh-Hans-HK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𝜏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HK" altLang="zh-Hans-HK" sz="2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HK" altLang="zh-Hans-HK" sz="2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HK" altLang="zh-Hans-HK" sz="2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</m:sSub>
                          <m:r>
                            <m:rPr>
                              <m:brk m:alnAt="7"/>
                            </m:rPr>
                            <a:rPr lang="en-HK" altLang="zh-Hans-HK" sz="2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m:rPr>
                              <m:brk m:alnAt="7"/>
                            </m:rPr>
                            <a:rPr lang="en-HK" altLang="zh-Hans-HK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∈</m:t>
                          </m:r>
                          <m:r>
                            <m:rPr>
                              <m:brk m:alnAt="7"/>
                            </m:rPr>
                            <a:rPr lang="en-HK" altLang="zh-Hans-HK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HK" altLang="zh-Hans-HK" sz="22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eqArr>
                                <m:eqArrPr>
                                  <m:ctrlPr>
                                    <a:rPr lang="en-HK" altLang="zh-Hans-HK" sz="22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HK" altLang="zh-Hans-HK" sz="2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HK" altLang="zh-Hans-HK" sz="2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altLang="zh-Hans-HK" sz="2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HK" altLang="zh-Hans-HK" sz="2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m:rPr>
                                      <m:brk m:alnAt="7"/>
                                    </m:rPr>
                                    <a:rPr lang="en-HK" altLang="zh-Hans-HK" sz="2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HK" altLang="zh-Hans-HK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altLang="zh-Hans-HK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HK" altLang="zh-Hans-HK" sz="22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HK" altLang="zh-Hans-HK" sz="22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HK" altLang="zh-Hans-HK" sz="22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m:rPr>
                                      <m:brk m:alnAt="7"/>
                                    </m:rPr>
                                    <a:rPr lang="en-HK" altLang="zh-Hans-HK" sz="2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HK" altLang="zh-Hans-HK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∈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HK" altLang="zh-Hans-HK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𝑃</m:t>
                                  </m:r>
                                </m:e>
                                <m:e>
                                  <m:r>
                                    <a:rPr lang="en-HK" altLang="zh-Hans-HK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  <m:r>
                                    <a:rPr lang="en-HK" altLang="zh-Hans-HK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≠</m:t>
                                  </m:r>
                                  <m:r>
                                    <a:rPr lang="en-HK" altLang="zh-Hans-HK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e>
                              </m:eqArr>
                            </m:sub>
                            <m:sup/>
                            <m:e>
                              <m:r>
                                <a:rPr lang="zh-Hans-HK" altLang="en-HK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𝔗</m:t>
                              </m:r>
                              <m:d>
                                <m:dPr>
                                  <m:ctrlPr>
                                    <a:rPr lang="en-HK" altLang="zh-Hans-HK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HK" altLang="zh-Hans-HK" sz="2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altLang="zh-Hans-HK" sz="2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HK" altLang="zh-Hans-HK" sz="2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𝐺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HK" altLang="zh-Hans-HK" sz="2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HK" altLang="zh-Hans-HK" sz="22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HK" altLang="zh-Hans-HK" sz="22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HK" altLang="zh-Hans-HK" sz="22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HK" altLang="zh-Hans-HK" sz="2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HK" altLang="zh-Hans-HK" sz="22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HK" altLang="zh-Hans-HK" sz="22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HK" altLang="zh-Hans-HK" sz="22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HK" altLang="zh-Hans-HK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≤</m:t>
                                  </m:r>
                                  <m:r>
                                    <a:rPr lang="en-HK" altLang="zh-Hans-HK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𝑠</m:t>
                                  </m:r>
                                  <m:r>
                                    <a:rPr lang="en-HK" altLang="zh-Hans-HK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 </m:t>
                                  </m:r>
                                  <m:r>
                                    <a:rPr lang="en-HK" altLang="zh-Hans-HK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  <m:d>
                                    <m:dPr>
                                      <m:ctrlPr>
                                        <a:rPr lang="en-HK" altLang="zh-Hans-HK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HK" altLang="zh-Hans-HK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HK" altLang="zh-Hans-HK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𝜏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HK" altLang="zh-Hans-HK" sz="2200" b="0" i="1" smtClean="0"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HK" altLang="zh-Hans-HK" sz="2200" b="0" i="1" smtClean="0"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  <m:sub>
                                              <m:r>
                                                <a:rPr lang="en-HK" altLang="zh-Hans-HK" sz="2200" b="0" i="1" smtClean="0"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r>
                                        <a:rPr lang="en-HK" altLang="zh-Hans-HK" sz="2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HK" altLang="zh-Hans-HK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HK" altLang="zh-Hans-HK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𝜏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HK" altLang="zh-Hans-HK" sz="2200" b="0" i="1" smtClean="0"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HK" altLang="zh-Hans-HK" sz="2200" b="0" i="1" smtClean="0"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  <m:sub>
                                              <m:r>
                                                <a:rPr lang="en-HK" altLang="zh-Hans-HK" sz="2200" b="0" i="1" smtClean="0"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d>
                                  <m:r>
                                    <a:rPr lang="en-HK" altLang="zh-Hans-HK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≤</m:t>
                                  </m:r>
                                  <m:r>
                                    <a:rPr lang="en-HK" altLang="zh-Hans-HK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zh-Hans-HK" altLang="en-US" sz="2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3842B56-793E-F748-06A6-2128ED6DBC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5700" y="2721239"/>
                <a:ext cx="7734300" cy="12882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7BA9DC-943B-A294-2B41-B623B1362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E2538-F9C7-4567-ACAD-7D5D5E60620F}" type="slidenum">
              <a:rPr lang="zh-Hans-HK" altLang="en-US" smtClean="0"/>
              <a:t>6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3206141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416502-0E5F-5E76-6E57-A129FC01E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72011"/>
            <a:ext cx="5838260" cy="43513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D849FE4-E814-0C24-CB51-8D3F1AFC5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2225"/>
            <a:ext cx="10515600" cy="1325563"/>
          </a:xfrm>
        </p:spPr>
        <p:txBody>
          <a:bodyPr/>
          <a:lstStyle/>
          <a:p>
            <a:pPr algn="ctr"/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Spatiotemporal Network K-function Plot</a:t>
            </a:r>
            <a:endParaRPr lang="zh-Hans-HK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E6D676-7FFB-0102-CCB7-24C9AFCF93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2000" y="1220788"/>
                <a:ext cx="5334000" cy="4951412"/>
              </a:xfrm>
            </p:spPr>
            <p:txBody>
              <a:bodyPr>
                <a:normAutofit/>
              </a:bodyPr>
              <a:lstStyle/>
              <a:p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Generate </a:t>
                </a:r>
                <a14:m>
                  <m:oMath xmlns:m="http://schemas.openxmlformats.org/officeDocument/2006/math"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zh-Hans-HK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datasets,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with the same size </a:t>
                </a:r>
                <a14:m>
                  <m:oMath xmlns:m="http://schemas.openxmlformats.org/officeDocument/2006/math"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as </a:t>
                </a:r>
                <a14:m>
                  <m:oMath xmlns:m="http://schemas.openxmlformats.org/officeDocument/2006/math"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HK" altLang="zh-Hans-HK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Choose </a:t>
                </a:r>
                <a14:m>
                  <m:oMath xmlns:m="http://schemas.openxmlformats.org/officeDocument/2006/math"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</m:oMath>
                </a14:m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spatial thresholds,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Hans-HK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spatial thresholds,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HK" altLang="zh-Hans-HK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sub>
                    </m:sSub>
                    <m:d>
                      <m:dPr>
                        <m:ctrlPr>
                          <a:rPr lang="en-HK" altLang="zh-Hans-HK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HK" altLang="zh-Hans-HK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HK" altLang="zh-Hans-HK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zh-Hans-HK" altLang="en-HK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sub>
                        </m:sSub>
                        <m:r>
                          <a:rPr lang="en-HK" altLang="zh-Hans-HK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HK" altLang="zh-Hans-HK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HK" altLang="zh-Hans-HK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zh-Hans-HK" altLang="en-HK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sub>
                        </m:sSub>
                      </m:e>
                    </m:d>
                  </m:oMath>
                </a14:m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(green plane), </a:t>
                </a:r>
                <a14:m>
                  <m:oMath xmlns:m="http://schemas.openxmlformats.org/officeDocument/2006/math">
                    <m:r>
                      <a:rPr lang="en-HK" altLang="zh-Hans-HK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ℒ</m:t>
                    </m:r>
                    <m:d>
                      <m:dPr>
                        <m:ctrlPr>
                          <a:rPr lang="en-HK" altLang="zh-Hans-HK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HK" altLang="zh-Hans-HK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HK" altLang="zh-Hans-HK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zh-Hans-HK" altLang="en-HK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sub>
                        </m:sSub>
                        <m:r>
                          <a:rPr lang="en-HK" altLang="zh-Hans-HK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HK" altLang="zh-Hans-HK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HK" altLang="zh-Hans-HK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zh-Hans-HK" altLang="en-HK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sub>
                        </m:sSub>
                      </m:e>
                    </m:d>
                  </m:oMath>
                </a14:m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(red plane),</a:t>
                </a:r>
                <a:r>
                  <a:rPr lang="en-HK" altLang="zh-Hans-HK" b="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Hans-HK" altLang="en-HK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𝒰</m:t>
                    </m:r>
                    <m:d>
                      <m:dPr>
                        <m:ctrlPr>
                          <a:rPr lang="en-HK" altLang="zh-Hans-HK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HK" altLang="zh-Hans-HK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HK" altLang="zh-Hans-HK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zh-Hans-HK" altLang="en-HK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sub>
                        </m:sSub>
                        <m:r>
                          <a:rPr lang="en-HK" altLang="zh-Hans-HK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HK" altLang="zh-Hans-HK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HK" altLang="zh-Hans-HK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zh-Hans-HK" altLang="en-HK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sub>
                        </m:sSub>
                      </m:e>
                    </m:d>
                  </m:oMath>
                </a14:m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(yellow plane), where</a:t>
                </a:r>
                <a:endParaRPr lang="zh-Hans-HK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E6D676-7FFB-0102-CCB7-24C9AFCF93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220788"/>
                <a:ext cx="5334000" cy="4951412"/>
              </a:xfrm>
              <a:blipFill>
                <a:blip r:embed="rId3"/>
                <a:stretch>
                  <a:fillRect l="-2057" t="-2091" r="-5714"/>
                </a:stretch>
              </a:blipFill>
            </p:spPr>
            <p:txBody>
              <a:bodyPr/>
              <a:lstStyle/>
              <a:p>
                <a:r>
                  <a:rPr lang="zh-Hans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1B3174F-A0D4-815A-DD58-621E76B9A174}"/>
                  </a:ext>
                </a:extLst>
              </p:cNvPr>
              <p:cNvSpPr txBox="1"/>
              <p:nvPr/>
            </p:nvSpPr>
            <p:spPr>
              <a:xfrm>
                <a:off x="681320" y="5748594"/>
                <a:ext cx="10829360" cy="11094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HK" altLang="zh-Hans-HK" sz="2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ℒ</m:t>
                      </m:r>
                      <m:d>
                        <m:dPr>
                          <m:ctrlPr>
                            <a:rPr lang="en-HK" altLang="zh-Hans-HK" sz="2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HK" altLang="zh-Hans-HK" sz="2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altLang="zh-Hans-HK" sz="2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zh-Hans-HK" altLang="en-HK" sz="2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sub>
                          </m:sSub>
                          <m:r>
                            <a:rPr lang="en-HK" altLang="zh-Hans-HK" sz="2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HK" altLang="zh-Hans-HK" sz="2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altLang="zh-Hans-HK" sz="2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zh-Hans-HK" altLang="en-HK" sz="2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𝛽</m:t>
                              </m:r>
                            </m:sub>
                          </m:sSub>
                        </m:e>
                      </m:d>
                      <m:r>
                        <a:rPr lang="en-HK" altLang="zh-Hans-HK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HK" altLang="zh-Hans-HK" sz="2200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HK" altLang="zh-Hans-HK" sz="2200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en-HK" altLang="zh-Hans-HK" sz="22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HK" altLang="zh-Hans-HK" sz="22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HK" altLang="zh-Hans-HK" sz="22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HK" altLang="zh-Hans-HK" sz="22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altLang="zh-Hans-HK" sz="22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HK" altLang="zh-Hans-HK" sz="22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en-HK" altLang="zh-Hans-HK" sz="2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HK" altLang="zh-Hans-HK" sz="2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altLang="zh-Hans-HK" sz="2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zh-Hans-HK" altLang="en-HK" sz="2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𝛼</m:t>
                                      </m:r>
                                    </m:sub>
                                  </m:sSub>
                                  <m:r>
                                    <a:rPr lang="en-HK" altLang="zh-Hans-HK" sz="2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HK" altLang="zh-Hans-HK" sz="2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altLang="zh-Hans-HK" sz="2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zh-Hans-HK" altLang="en-HK" sz="2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𝛽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HK" altLang="zh-Hans-HK" sz="22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HK" altLang="zh-Hans-HK" sz="22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HK" altLang="zh-Hans-HK" sz="22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HK" altLang="zh-Hans-HK" sz="22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altLang="zh-Hans-HK" sz="22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HK" altLang="zh-Hans-HK" sz="22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en-HK" altLang="zh-Hans-HK" sz="2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HK" altLang="zh-Hans-HK" sz="2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altLang="zh-Hans-HK" sz="2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zh-Hans-HK" altLang="en-HK" sz="2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𝛼</m:t>
                                      </m:r>
                                    </m:sub>
                                  </m:sSub>
                                  <m:r>
                                    <a:rPr lang="en-HK" altLang="zh-Hans-HK" sz="2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HK" altLang="zh-Hans-HK" sz="2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altLang="zh-Hans-HK" sz="2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zh-Hans-HK" altLang="en-HK" sz="2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𝛽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HK" altLang="zh-Hans-HK" sz="2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HK" altLang="zh-Hans-HK" sz="22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HK" altLang="zh-Hans-HK" sz="22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HK" altLang="zh-Hans-HK" sz="22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altLang="zh-Hans-HK" sz="22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HK" altLang="zh-Hans-HK" sz="22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en-HK" altLang="zh-Hans-HK" sz="2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HK" altLang="zh-Hans-HK" sz="2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altLang="zh-Hans-HK" sz="2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zh-Hans-HK" altLang="en-HK" sz="2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𝛼</m:t>
                                      </m:r>
                                    </m:sub>
                                  </m:sSub>
                                  <m:r>
                                    <a:rPr lang="en-HK" altLang="zh-Hans-HK" sz="2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HK" altLang="zh-Hans-HK" sz="2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altLang="zh-Hans-HK" sz="2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zh-Hans-HK" altLang="en-HK" sz="2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𝛽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HK" altLang="zh-Hans-HK" sz="22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HK" altLang="zh-Hans-HK" sz="22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HK" altLang="zh-Hans-HK" sz="22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HK" altLang="zh-Hans-HK" sz="22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altLang="zh-Hans-HK" sz="22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HK" altLang="zh-Hans-HK" sz="22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𝐿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en-HK" altLang="zh-Hans-HK" sz="2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HK" altLang="zh-Hans-HK" sz="2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altLang="zh-Hans-HK" sz="2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zh-Hans-HK" altLang="en-HK" sz="2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𝛼</m:t>
                                      </m:r>
                                    </m:sub>
                                  </m:sSub>
                                  <m:r>
                                    <a:rPr lang="en-HK" altLang="zh-Hans-HK" sz="2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HK" altLang="zh-Hans-HK" sz="2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altLang="zh-Hans-HK" sz="2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zh-Hans-HK" altLang="en-HK" sz="2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𝛽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HK" altLang="zh-Hans-HK" sz="22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zh-Hans-HK" altLang="en-HK" sz="24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𝒰</m:t>
                      </m:r>
                      <m:d>
                        <m:dPr>
                          <m:ctrlPr>
                            <a:rPr lang="en-HK" altLang="zh-Hans-HK" sz="2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HK" altLang="zh-Hans-HK" sz="2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altLang="zh-Hans-HK" sz="2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zh-Hans-HK" altLang="en-HK" sz="2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sub>
                          </m:sSub>
                          <m:r>
                            <a:rPr lang="en-HK" altLang="zh-Hans-HK" sz="2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HK" altLang="zh-Hans-HK" sz="2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altLang="zh-Hans-HK" sz="2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zh-Hans-HK" altLang="en-HK" sz="2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𝛽</m:t>
                              </m:r>
                            </m:sub>
                          </m:sSub>
                        </m:e>
                      </m:d>
                      <m:r>
                        <a:rPr lang="en-HK" altLang="zh-Hans-HK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HK" altLang="zh-Hans-HK" sz="2200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HK" altLang="zh-Hans-HK" sz="2200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HK" altLang="zh-Hans-HK" sz="22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HK" altLang="zh-Hans-HK" sz="22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HK" altLang="zh-Hans-HK" sz="22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HK" altLang="zh-Hans-HK" sz="22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altLang="zh-Hans-HK" sz="22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HK" altLang="zh-Hans-HK" sz="22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en-HK" altLang="zh-Hans-HK" sz="2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HK" altLang="zh-Hans-HK" sz="2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altLang="zh-Hans-HK" sz="2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zh-Hans-HK" altLang="en-HK" sz="2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𝛼</m:t>
                                      </m:r>
                                    </m:sub>
                                  </m:sSub>
                                  <m:r>
                                    <a:rPr lang="en-HK" altLang="zh-Hans-HK" sz="2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HK" altLang="zh-Hans-HK" sz="2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altLang="zh-Hans-HK" sz="2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zh-Hans-HK" altLang="en-HK" sz="2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𝛽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HK" altLang="zh-Hans-HK" sz="22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HK" altLang="zh-Hans-HK" sz="22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HK" altLang="zh-Hans-HK" sz="22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HK" altLang="zh-Hans-HK" sz="22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altLang="zh-Hans-HK" sz="22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HK" altLang="zh-Hans-HK" sz="22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en-HK" altLang="zh-Hans-HK" sz="2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HK" altLang="zh-Hans-HK" sz="2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altLang="zh-Hans-HK" sz="2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zh-Hans-HK" altLang="en-HK" sz="2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𝛼</m:t>
                                      </m:r>
                                    </m:sub>
                                  </m:sSub>
                                  <m:r>
                                    <a:rPr lang="en-HK" altLang="zh-Hans-HK" sz="2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HK" altLang="zh-Hans-HK" sz="2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altLang="zh-Hans-HK" sz="2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zh-Hans-HK" altLang="en-HK" sz="2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𝛽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HK" altLang="zh-Hans-HK" sz="2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HK" altLang="zh-Hans-HK" sz="22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HK" altLang="zh-Hans-HK" sz="22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HK" altLang="zh-Hans-HK" sz="22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altLang="zh-Hans-HK" sz="22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HK" altLang="zh-Hans-HK" sz="22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en-HK" altLang="zh-Hans-HK" sz="2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HK" altLang="zh-Hans-HK" sz="2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altLang="zh-Hans-HK" sz="2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zh-Hans-HK" altLang="en-HK" sz="2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𝛼</m:t>
                                      </m:r>
                                    </m:sub>
                                  </m:sSub>
                                  <m:r>
                                    <a:rPr lang="en-HK" altLang="zh-Hans-HK" sz="2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HK" altLang="zh-Hans-HK" sz="2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altLang="zh-Hans-HK" sz="2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zh-Hans-HK" altLang="en-HK" sz="2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𝛽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HK" altLang="zh-Hans-HK" sz="22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HK" altLang="zh-Hans-HK" sz="22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HK" altLang="zh-Hans-HK" sz="22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HK" altLang="zh-Hans-HK" sz="22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altLang="zh-Hans-HK" sz="22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HK" altLang="zh-Hans-HK" sz="22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𝐿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en-HK" altLang="zh-Hans-HK" sz="2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HK" altLang="zh-Hans-HK" sz="2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altLang="zh-Hans-HK" sz="2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zh-Hans-HK" altLang="en-HK" sz="2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𝛼</m:t>
                                      </m:r>
                                    </m:sub>
                                  </m:sSub>
                                  <m:r>
                                    <a:rPr lang="en-HK" altLang="zh-Hans-HK" sz="2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HK" altLang="zh-Hans-HK" sz="2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altLang="zh-Hans-HK" sz="2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zh-Hans-HK" altLang="en-HK" sz="22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𝛽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HK" altLang="zh-Hans-HK" sz="2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1B3174F-A0D4-815A-DD58-621E76B9A1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320" y="5748594"/>
                <a:ext cx="10829360" cy="110940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ans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FB3D7D0-A076-9AB6-C390-9D95A12F6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E2538-F9C7-4567-ACAD-7D5D5E60620F}" type="slidenum">
              <a:rPr lang="zh-Hans-HK" altLang="en-US" smtClean="0"/>
              <a:t>7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2888921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04D0A-FFC6-E50D-9002-C987FE611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Spatiotemporal Network K-function is Slow!</a:t>
            </a:r>
            <a:endParaRPr lang="zh-Hans-HK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1C027-EAFD-0264-5C16-EF89ED2769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Generate a spatiotemporal network K-function takes </a:t>
                </a:r>
                <a14:m>
                  <m:oMath xmlns:m="http://schemas.openxmlformats.org/officeDocument/2006/math"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d>
                      <m:dPr>
                        <m:begChr m:val="|"/>
                        <m:endChr m:val="|"/>
                        <m:ctrlP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</m:d>
                    <m:sSub>
                      <m:sSubPr>
                        <m:ctrlP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HK" altLang="zh-Hans-HK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SP</m:t>
                        </m:r>
                      </m:sub>
                    </m:sSub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Hans-HK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time. </a:t>
                </a:r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</a:t>
                </a:r>
              </a:p>
              <a:p>
                <a:endParaRPr lang="en-HK" altLang="zh-Hans-HK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Generate a spatiotemporal network K-function plot takes </a:t>
                </a:r>
                <a14:m>
                  <m:oMath xmlns:m="http://schemas.openxmlformats.org/officeDocument/2006/math"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𝐿𝑀𝑇</m:t>
                    </m:r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d>
                      <m:dPr>
                        <m:begChr m:val="|"/>
                        <m:endChr m:val="|"/>
                        <m:ctrlP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</m:d>
                    <m:sSub>
                      <m:sSubPr>
                        <m:ctrlP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HK" altLang="zh-Hans-HK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SP</m:t>
                        </m:r>
                      </m:sub>
                    </m:sSub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))</m:t>
                    </m:r>
                  </m:oMath>
                </a14:m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. </a:t>
                </a:r>
              </a:p>
              <a:p>
                <a:endParaRPr lang="en-HK" altLang="zh-Hans-HK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Infeasible even when </a:t>
                </a:r>
                <a14:m>
                  <m:oMath xmlns:m="http://schemas.openxmlformats.org/officeDocument/2006/math"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=1000000</m:t>
                    </m:r>
                  </m:oMath>
                </a14:m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. 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1C027-EAFD-0264-5C16-EF89ED2769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Hans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D1A0E9-C528-0845-6EA9-61FE67905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E2538-F9C7-4567-ACAD-7D5D5E60620F}" type="slidenum">
              <a:rPr lang="zh-Hans-HK" altLang="en-US" smtClean="0"/>
              <a:t>8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3016194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9B985-E149-9E57-F501-C13D3A491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850" y="115624"/>
            <a:ext cx="10515600" cy="1325563"/>
          </a:xfrm>
        </p:spPr>
        <p:txBody>
          <a:bodyPr/>
          <a:lstStyle/>
          <a:p>
            <a:pPr algn="ctr"/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Contributions</a:t>
            </a:r>
            <a:endParaRPr lang="zh-Hans-HK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D5F94-C71B-7F37-FC0A-829AB4CF4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51301"/>
            <a:ext cx="11112500" cy="2806699"/>
          </a:xfrm>
        </p:spPr>
        <p:txBody>
          <a:bodyPr>
            <a:normAutofit lnSpcReduction="10000"/>
          </a:bodyPr>
          <a:lstStyle/>
          <a:p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new methods that can theoretically </a:t>
            </a:r>
            <a:r>
              <a:rPr lang="en-HK" altLang="zh-Hans-HK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the time complexity with the same space complexity</a:t>
            </a:r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</a:t>
            </a:r>
          </a:p>
          <a:p>
            <a:endParaRPr lang="en-HK" altLang="zh-Hans-HK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Achieve up to 19.04x speedups compared with existing methods. </a:t>
            </a:r>
          </a:p>
          <a:p>
            <a:endParaRPr lang="en-HK" altLang="zh-Hans-HK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integrated these methods into the python library, called </a:t>
            </a:r>
            <a:r>
              <a:rPr lang="en-HK" altLang="zh-Hans-HK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FastNSA</a:t>
            </a:r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</a:t>
            </a:r>
            <a:endParaRPr lang="zh-Hans-HK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A74F68-7E44-C652-8673-DF4C9881D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16026"/>
            <a:ext cx="10515600" cy="271012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D514F-AD77-A9B6-6FCF-594234BA1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6250" y="6508750"/>
            <a:ext cx="2743200" cy="365125"/>
          </a:xfrm>
        </p:spPr>
        <p:txBody>
          <a:bodyPr/>
          <a:lstStyle/>
          <a:p>
            <a:fld id="{D5BE2538-F9C7-4567-ACAD-7D5D5E60620F}" type="slidenum">
              <a:rPr lang="zh-Hans-HK" altLang="en-US" smtClean="0"/>
              <a:t>9</a:t>
            </a:fld>
            <a:endParaRPr lang="zh-Hans-HK" altLang="en-US" dirty="0"/>
          </a:p>
        </p:txBody>
      </p:sp>
    </p:spTree>
    <p:extLst>
      <p:ext uri="{BB962C8B-B14F-4D97-AF65-F5344CB8AC3E}">
        <p14:creationId xmlns:p14="http://schemas.microsoft.com/office/powerpoint/2010/main" val="344200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7018D-896E-B61B-A804-C4E2B49E6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" y="365125"/>
            <a:ext cx="12134850" cy="1325563"/>
          </a:xfrm>
        </p:spPr>
        <p:txBody>
          <a:bodyPr/>
          <a:lstStyle/>
          <a:p>
            <a:pPr algn="ctr"/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Idea of Our Methods: Mapping</a:t>
            </a:r>
            <a:endParaRPr lang="zh-Hans-HK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CB3F0C-EBAC-9EB2-7452-D2699AF16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8274" y="1929606"/>
            <a:ext cx="6258245" cy="29864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095A9B29-5EF7-D1E8-ABEA-D005BFF23C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2300" y="5155021"/>
                <a:ext cx="10763250" cy="1053691"/>
              </a:xfrm>
            </p:spPr>
            <p:txBody>
              <a:bodyPr/>
              <a:lstStyle/>
              <a:p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Map all data points on the edge </a:t>
                </a:r>
                <a14:m>
                  <m:oMath xmlns:m="http://schemas.openxmlformats.org/officeDocument/2006/math"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  <m: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zh-Hans-HK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the two-dimensional (time, distance)-plane.</a:t>
                </a:r>
                <a:endParaRPr lang="zh-Hans-HK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095A9B29-5EF7-D1E8-ABEA-D005BFF23C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2300" y="5155021"/>
                <a:ext cx="10763250" cy="1053691"/>
              </a:xfrm>
              <a:blipFill>
                <a:blip r:embed="rId3"/>
                <a:stretch>
                  <a:fillRect l="-1019" t="-10465" r="-1812"/>
                </a:stretch>
              </a:blipFill>
            </p:spPr>
            <p:txBody>
              <a:bodyPr/>
              <a:lstStyle/>
              <a:p>
                <a:r>
                  <a:rPr lang="zh-Hans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63DC9-6363-7D53-AB06-89004F38A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E2538-F9C7-4567-ACAD-7D5D5E60620F}" type="slidenum">
              <a:rPr lang="zh-Hans-HK" altLang="en-US" smtClean="0"/>
              <a:t>10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2385365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B4BE1-3D44-CBD0-7E48-D4BE6B9C4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Augmentation with Range-tree (EAR)</a:t>
            </a:r>
            <a:endParaRPr lang="zh-Hans-HK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304792-F9FA-57DA-961F-60CD299E57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2400" y="4591050"/>
                <a:ext cx="12039600" cy="2222499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Counting data points for each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altLang="zh-Hans-HK" b="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K" altLang="zh-Hans-HK" b="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HK" altLang="zh-Hans-HK" b="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HK" altLang="zh-Hans-HK" b="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HK" altLang="zh-Hans-HK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K" altLang="zh-Hans-HK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  <m:sub>
                        <m:sSub>
                          <m:sSubPr>
                            <m:ctrlPr>
                              <a:rPr lang="en-HK" altLang="zh-Hans-HK" b="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HK" altLang="zh-Hans-HK" b="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HK" altLang="zh-Hans-HK" b="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is equivalent to the 2-D orthogonal range counting problem.</a:t>
                </a:r>
              </a:p>
              <a:p>
                <a:endParaRPr lang="en-HK" altLang="zh-Hans-HK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Build range-tree for each edge in advance and use it for each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HK" altLang="zh-Hans-HK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K" altLang="zh-Hans-HK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  <m:sub>
                        <m:sSub>
                          <m:sSubPr>
                            <m:ctrlPr>
                              <a:rPr lang="en-HK" altLang="zh-Hans-HK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HK" altLang="zh-Hans-HK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HK" altLang="zh-Hans-HK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HK" altLang="zh-Hans-HK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HK" altLang="zh-Hans-HK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HK" altLang="zh-Hans-HK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HK" altLang="zh-Hans-HK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𝑒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HK" altLang="zh-Hans-HK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time</m:t>
                    </m:r>
                    <m:r>
                      <a:rPr lang="en-HK" altLang="zh-Hans-H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HK" altLang="zh-Hans-H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lang="en-HK" altLang="zh-Hans-H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HK" altLang="zh-Hans-HK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HK" altLang="zh-Hans-HK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HK" altLang="zh-Hans-HK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HK" altLang="zh-Hans-HK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HK" altLang="zh-Hans-HK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HK" altLang="zh-Hans-HK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e>
                                </m:d>
                              </m:e>
                            </m:d>
                          </m:e>
                        </m:func>
                      </m:e>
                    </m:d>
                    <m:r>
                      <a:rPr lang="en-HK" altLang="zh-Hans-H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HK" altLang="zh-Hans-HK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time</m:t>
                    </m:r>
                  </m:oMath>
                </a14:m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</a:t>
                </a:r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304792-F9FA-57DA-961F-60CD299E57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4591050"/>
                <a:ext cx="12039600" cy="2222499"/>
              </a:xfrm>
              <a:blipFill>
                <a:blip r:embed="rId2"/>
                <a:stretch>
                  <a:fillRect l="-911" t="-6027" b="-21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1AFE201-9B6B-EF33-5CE3-258811482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E2538-F9C7-4567-ACAD-7D5D5E60620F}" type="slidenum">
              <a:rPr lang="zh-Hans-HK" altLang="en-US" smtClean="0"/>
              <a:t>11</a:t>
            </a:fld>
            <a:endParaRPr lang="zh-Hans-HK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FF441D-4483-C19D-368D-CE53F2B8A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6072" y="1488762"/>
            <a:ext cx="5737278" cy="2945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179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63F72-C805-3339-0B9C-2C90A265E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Multi-Threshold Sharing (MTS)</a:t>
            </a:r>
            <a:endParaRPr lang="zh-Hans-HK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07E56B51-3549-54F9-FFFB-B4DA5CB7D2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2400" y="4411519"/>
                <a:ext cx="12039600" cy="2558087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Counting data points with </a:t>
                </a:r>
                <a14:m>
                  <m:oMath xmlns:m="http://schemas.openxmlformats.org/officeDocument/2006/math"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</m:oMath>
                </a14:m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spatial thresholds and </a:t>
                </a:r>
                <a14:m>
                  <m:oMath xmlns:m="http://schemas.openxmlformats.org/officeDocument/2006/math"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temporal thresholds for each </a:t>
                </a:r>
                <a14:m>
                  <m:oMath xmlns:m="http://schemas.openxmlformats.org/officeDocument/2006/math"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HK" altLang="zh-Hans-HK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K" altLang="zh-Hans-HK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  <m:sub>
                        <m:sSub>
                          <m:sSubPr>
                            <m:ctrlPr>
                              <a:rPr lang="en-HK" altLang="zh-Hans-HK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HK" altLang="zh-Hans-HK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HK" altLang="zh-Hans-HK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equivalent to counting data points in the grid structure.</a:t>
                </a:r>
              </a:p>
              <a:p>
                <a:endParaRPr lang="en-HK" altLang="zh-Hans-HK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Build prefix-sum structure for each edge in advance and use it for each </a:t>
                </a:r>
                <a14:m>
                  <m:oMath xmlns:m="http://schemas.openxmlformats.org/officeDocument/2006/math"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HK" altLang="zh-Hans-HK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K" altLang="zh-Hans-HK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  <m:sub>
                        <m:sSub>
                          <m:sSubPr>
                            <m:ctrlPr>
                              <a:rPr lang="en-HK" altLang="zh-Hans-HK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HK" altLang="zh-Hans-HK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HK" altLang="zh-Hans-HK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multiple thresholds.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𝑀𝑇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HK" altLang="zh-Hans-HK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HK" altLang="zh-Hans-HK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HK" altLang="zh-Hans-HK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HK" altLang="zh-Hans-HK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𝑒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HK" altLang="zh-Hans-HK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time</m:t>
                    </m:r>
                    <m:r>
                      <a:rPr lang="en-HK" altLang="zh-Hans-H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HK" altLang="zh-Hans-H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𝑀𝑇</m:t>
                        </m:r>
                        <m: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HK" altLang="zh-Hans-H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HK" altLang="zh-Hans-H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HK" altLang="zh-Hans-HK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HK" altLang="zh-Hans-HK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𝑒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a:rPr lang="en-HK" altLang="zh-Hans-H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HK" altLang="zh-Hans-HK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time</m:t>
                    </m:r>
                  </m:oMath>
                </a14:m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</a:t>
                </a:r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07E56B51-3549-54F9-FFFB-B4DA5CB7D2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4411519"/>
                <a:ext cx="12039600" cy="2558087"/>
              </a:xfrm>
              <a:blipFill>
                <a:blip r:embed="rId2"/>
                <a:stretch>
                  <a:fillRect l="-911" t="-5967" b="-23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0DF4B3E-78E1-9BF9-3D0C-97697B166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E2538-F9C7-4567-ACAD-7D5D5E60620F}" type="slidenum">
              <a:rPr lang="zh-Hans-HK" altLang="en-US" smtClean="0"/>
              <a:t>12</a:t>
            </a:fld>
            <a:endParaRPr lang="zh-Hans-HK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6F4D75-BBF7-654D-8B4C-34DBD221C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4516" y="1143987"/>
            <a:ext cx="5853315" cy="318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4721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809DE-D749-D9D9-488E-11F8CDAF9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EARTH</a:t>
            </a:r>
            <a:endParaRPr lang="zh-Hans-HK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8017C-CE6F-7ADD-5117-46D5884CE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EARTH selects either EAR or MTS for each edge based on the cost function.</a:t>
            </a:r>
          </a:p>
          <a:p>
            <a:pPr lvl="1"/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EARTH = EAR + MTS</a:t>
            </a:r>
          </a:p>
          <a:p>
            <a:pPr lvl="1"/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Achieves the smallest time complexity. </a:t>
            </a:r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</a:t>
            </a:r>
            <a:endParaRPr lang="en-HK" altLang="zh-Hans-H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HK" altLang="zh-Hans-H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details, please refer to our paper.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FD76EC-2F6B-3054-EA77-458BE5040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E2538-F9C7-4567-ACAD-7D5D5E60620F}" type="slidenum">
              <a:rPr lang="zh-Hans-HK" altLang="en-US" smtClean="0"/>
              <a:t>13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523813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ACCC6-F57D-C529-CDCA-289097D39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820" y="-96045"/>
            <a:ext cx="10515600" cy="1325563"/>
          </a:xfrm>
        </p:spPr>
        <p:txBody>
          <a:bodyPr/>
          <a:lstStyle/>
          <a:p>
            <a:pPr algn="ctr"/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Evaluation</a:t>
            </a:r>
            <a:endParaRPr lang="zh-Hans-HK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A47730-138C-B1D1-BD5E-C09BD110B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7059" y="1048498"/>
            <a:ext cx="6103289" cy="1554254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9464F45-0A2C-531C-68CF-7F69E3E3E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HK" altLang="zh-Hans-H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HK" altLang="zh-Hans-H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HK" altLang="zh-Hans-H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HK" altLang="zh-Hans-H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972B79F-0AE8-308B-D441-366ADDF87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7959" y="2656562"/>
            <a:ext cx="9037320" cy="210071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AE2361B-D88B-331C-B02D-29A9AF4126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7959" y="4757281"/>
            <a:ext cx="9076081" cy="2100719"/>
          </a:xfrm>
          <a:prstGeom prst="rect">
            <a:avLst/>
          </a:prstGeom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35C9B2C-3372-9121-C2EA-607AF66D2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E2538-F9C7-4567-ACAD-7D5D5E60620F}" type="slidenum">
              <a:rPr lang="zh-Hans-HK" altLang="en-US" smtClean="0"/>
              <a:t>14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32832707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2E68D-72A2-F977-E58B-8A7573C20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  <a:endParaRPr lang="zh-Hans-HK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35D64-FA90-DDFF-2E30-D38C1E2BE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7820"/>
            <a:ext cx="10515600" cy="5196839"/>
          </a:xfrm>
        </p:spPr>
        <p:txBody>
          <a:bodyPr>
            <a:normAutofit/>
          </a:bodyPr>
          <a:lstStyle/>
          <a:p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Further reduce the time complexity of spatiotemporal network K-function with a non-trivial approximation guarantee.</a:t>
            </a:r>
          </a:p>
          <a:p>
            <a:endParaRPr lang="en-HK" altLang="zh-Hans-H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other road network analysis tools.</a:t>
            </a:r>
          </a:p>
          <a:p>
            <a:pPr lvl="1"/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inverse distance weighting (Network IDW)</a:t>
            </a:r>
          </a:p>
          <a:p>
            <a:pPr lvl="1"/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Kriging</a:t>
            </a:r>
          </a:p>
          <a:p>
            <a:pPr lvl="1"/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DBSCAN</a:t>
            </a:r>
          </a:p>
          <a:p>
            <a:endParaRPr lang="en-HK" altLang="zh-Hans-H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new functionalities in the </a:t>
            </a:r>
            <a:r>
              <a:rPr lang="en-HK" altLang="zh-Hans-HK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FastNSA</a:t>
            </a:r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library.</a:t>
            </a:r>
          </a:p>
          <a:p>
            <a:endParaRPr lang="en-HK" altLang="zh-Hans-H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the </a:t>
            </a:r>
            <a:r>
              <a:rPr lang="en-HK" altLang="zh-Hans-HK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FastNSA</a:t>
            </a:r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QGIS plugin.</a:t>
            </a:r>
            <a:endParaRPr lang="zh-Hans-HK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AA1D971-A7C2-2517-F73C-E949358E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E2538-F9C7-4567-ACAD-7D5D5E60620F}" type="slidenum">
              <a:rPr lang="zh-Hans-HK" altLang="en-US" smtClean="0"/>
              <a:t>15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28518912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5B8BB-4224-3790-E8FE-65F0C17CF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Never Give Up!</a:t>
            </a:r>
            <a:endParaRPr lang="zh-Hans-HK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A5DA79-017C-8097-C1C1-6098F5C875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9540" y="1848485"/>
                <a:ext cx="12062460" cy="4351338"/>
              </a:xfrm>
            </p:spPr>
            <p:txBody>
              <a:bodyPr/>
              <a:lstStyle/>
              <a:p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paper has been rejected eight times before. </a:t>
                </a:r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</a:t>
                </a:r>
              </a:p>
              <a:p>
                <a:endParaRPr lang="en-HK" altLang="zh-Hans-HK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SIGMOD 2024 (Rejected) </a:t>
                </a:r>
                <a14:m>
                  <m:oMath xmlns:m="http://schemas.openxmlformats.org/officeDocument/2006/math">
                    <m:r>
                      <a:rPr lang="en-HK" altLang="zh-Hans-HK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VLDB 2024 (Rejected) </a:t>
                </a:r>
                <a14:m>
                  <m:oMath xmlns:m="http://schemas.openxmlformats.org/officeDocument/2006/math">
                    <m:r>
                      <a:rPr lang="en-HK" altLang="zh-Hans-HK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ICDE 2024 (Rejected) </a:t>
                </a:r>
                <a14:m>
                  <m:oMath xmlns:m="http://schemas.openxmlformats.org/officeDocument/2006/math">
                    <m:r>
                      <a:rPr lang="en-HK" altLang="zh-Hans-HK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TKDE (Rejected) </a:t>
                </a:r>
                <a14:m>
                  <m:oMath xmlns:m="http://schemas.openxmlformats.org/officeDocument/2006/math">
                    <m:r>
                      <a:rPr lang="en-HK" altLang="zh-Hans-HK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SIGKDD 2025 (Rejected) </a:t>
                </a:r>
                <a14:m>
                  <m:oMath xmlns:m="http://schemas.openxmlformats.org/officeDocument/2006/math">
                    <m:r>
                      <a:rPr lang="en-HK" altLang="zh-Hans-HK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ICDE 2025 (Rejected) </a:t>
                </a:r>
                <a14:m>
                  <m:oMath xmlns:m="http://schemas.openxmlformats.org/officeDocument/2006/math">
                    <m:r>
                      <a:rPr lang="en-HK" altLang="zh-Hans-HK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VLDB 2026 (Rejected) </a:t>
                </a:r>
                <a14:m>
                  <m:oMath xmlns:m="http://schemas.openxmlformats.org/officeDocument/2006/math">
                    <m:r>
                      <a:rPr lang="en-HK" altLang="zh-Hans-HK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ICDE 2026 (Rejected) </a:t>
                </a:r>
                <a14:m>
                  <m:oMath xmlns:m="http://schemas.openxmlformats.org/officeDocument/2006/math">
                    <m:r>
                      <a:rPr lang="en-HK" altLang="zh-Hans-HK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HK" altLang="zh-Hans-HK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SIGKDD 2026 (Accepted with the Research Track </a:t>
                </a:r>
                <a:r>
                  <a:rPr lang="en-HK" altLang="zh-Hans-HK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Honorable</a:t>
                </a:r>
                <a:r>
                  <a:rPr lang="en-HK" altLang="zh-Hans-HK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Mention Award)</a:t>
                </a:r>
              </a:p>
              <a:p>
                <a:endParaRPr lang="en-HK" altLang="zh-Hans-HK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Keep submitting it to the best venue if you believe that this is a good work. </a:t>
                </a:r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</a:t>
                </a:r>
                <a:endParaRPr lang="zh-Hans-HK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A5DA79-017C-8097-C1C1-6098F5C875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540" y="1848485"/>
                <a:ext cx="12062460" cy="4351338"/>
              </a:xfrm>
              <a:blipFill>
                <a:blip r:embed="rId2"/>
                <a:stretch>
                  <a:fillRect l="-910" t="-2521"/>
                </a:stretch>
              </a:blipFill>
            </p:spPr>
            <p:txBody>
              <a:bodyPr/>
              <a:lstStyle/>
              <a:p>
                <a:r>
                  <a:rPr lang="zh-Hans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C09C2B4-C448-5CA0-DF12-196FFBE77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E2538-F9C7-4567-ACAD-7D5D5E60620F}" type="slidenum">
              <a:rPr lang="zh-Hans-HK" altLang="en-US" smtClean="0"/>
              <a:t>16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3009673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EA333-C584-9BC1-3A75-3E12A565F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990"/>
            <a:ext cx="10515600" cy="1325563"/>
          </a:xfrm>
        </p:spPr>
        <p:txBody>
          <a:bodyPr/>
          <a:lstStyle/>
          <a:p>
            <a:pPr algn="ctr"/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New Book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598709-33A9-3C0E-7FA3-496010ED3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A0D2F-30BB-43E9-B553-3D3588F912D8}" type="slidenum">
              <a:rPr lang="zh-CN" altLang="en-US" smtClean="0"/>
              <a:t>17</a:t>
            </a:fld>
            <a:endParaRPr lang="zh-CN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884E4B5-CAA5-1482-38A7-7ADD0B66F9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7514" y="1360735"/>
            <a:ext cx="7121662" cy="47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A733C19-1368-C8B4-2313-190F40368CC2}"/>
              </a:ext>
            </a:extLst>
          </p:cNvPr>
          <p:cNvSpPr txBox="1"/>
          <p:nvPr/>
        </p:nvSpPr>
        <p:spPr>
          <a:xfrm>
            <a:off x="2265931" y="6108509"/>
            <a:ext cx="75479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https://link.springer.com/book/10.1007/978-981-95-4850-7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7184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746</Words>
  <Application>Microsoft Office PowerPoint</Application>
  <PresentationFormat>Widescreen</PresentationFormat>
  <Paragraphs>109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Cambria Math</vt:lpstr>
      <vt:lpstr>Times New Roman</vt:lpstr>
      <vt:lpstr>Office Theme</vt:lpstr>
      <vt:lpstr>EARTH: Accelerating Spatiotemporal Network K-function-based Analytics</vt:lpstr>
      <vt:lpstr>Is a Hotspot a Hotspot?</vt:lpstr>
      <vt:lpstr>What is Network K-function?</vt:lpstr>
      <vt:lpstr>What is Network K-function Plot?</vt:lpstr>
      <vt:lpstr>Weakness of Network K-function</vt:lpstr>
      <vt:lpstr>Overview of Spatiotemporal Network K-function</vt:lpstr>
      <vt:lpstr>Spatiotemporal Network K-function Plot</vt:lpstr>
      <vt:lpstr>Spatiotemporal Network K-function is Slow!</vt:lpstr>
      <vt:lpstr>Our Contributions</vt:lpstr>
      <vt:lpstr>Core Idea of Our Methods: Mapping</vt:lpstr>
      <vt:lpstr>Edge Augmentation with Range-tree (EAR)</vt:lpstr>
      <vt:lpstr>Multi-Threshold Sharing (MTS)</vt:lpstr>
      <vt:lpstr>EARTH</vt:lpstr>
      <vt:lpstr>Experimental Evaluation</vt:lpstr>
      <vt:lpstr>Future Work</vt:lpstr>
      <vt:lpstr>Never Give Up!</vt:lpstr>
      <vt:lpstr>Our New Book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Tsz Nam Chan</dc:creator>
  <cp:lastModifiedBy>Tsz Nam Chan</cp:lastModifiedBy>
  <cp:revision>2</cp:revision>
  <dcterms:created xsi:type="dcterms:W3CDTF">2026-08-08T10:04:22Z</dcterms:created>
  <dcterms:modified xsi:type="dcterms:W3CDTF">2026-08-11T00:19:13Z</dcterms:modified>
</cp:coreProperties>
</file>