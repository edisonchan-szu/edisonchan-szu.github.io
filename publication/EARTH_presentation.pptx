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1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82" r:id="rId18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29CCF5-1BFF-44A5-9BA5-7CE0202E4242}" v="2" dt="2026-08-10T13:43:57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64" d="100"/>
          <a:sy n="64" d="100"/>
        </p:scale>
        <p:origin x="7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D0A54EB6-4CA2-42C5-ABC6-C64AAD2F7BCD}"/>
    <pc:docChg chg="modSld">
      <pc:chgData name="Tsz Nam Chan" userId="d72bc0ce159372cc" providerId="LiveId" clId="{D0A54EB6-4CA2-42C5-ABC6-C64AAD2F7BCD}" dt="2026-08-10T13:43:57.899" v="1" actId="20577"/>
      <pc:docMkLst>
        <pc:docMk/>
      </pc:docMkLst>
      <pc:sldChg chg="modSp">
        <pc:chgData name="Tsz Nam Chan" userId="d72bc0ce159372cc" providerId="LiveId" clId="{D0A54EB6-4CA2-42C5-ABC6-C64AAD2F7BCD}" dt="2026-08-10T13:43:57.899" v="1" actId="20577"/>
        <pc:sldMkLst>
          <pc:docMk/>
          <pc:sldMk cId="1944472154" sldId="268"/>
        </pc:sldMkLst>
        <pc:spChg chg="mod">
          <ac:chgData name="Tsz Nam Chan" userId="d72bc0ce159372cc" providerId="LiveId" clId="{D0A54EB6-4CA2-42C5-ABC6-C64AAD2F7BCD}" dt="2026-08-10T13:43:57.899" v="1" actId="20577"/>
          <ac:spMkLst>
            <pc:docMk/>
            <pc:sldMk cId="1944472154" sldId="268"/>
            <ac:spMk id="8" creationId="{07E56B51-3549-54F9-FFFB-B4DA5CB7D2FF}"/>
          </ac:spMkLst>
        </pc:spChg>
      </pc:sldChg>
    </pc:docChg>
  </pc:docChgLst>
  <pc:docChgLst>
    <pc:chgData name="Tsz Nam Chan" userId="d72bc0ce159372cc" providerId="LiveId" clId="{7EA772CB-F43F-45EA-8D4F-488304E9E5E6}"/>
    <pc:docChg chg="undo redo custSel addSld delSld modSld">
      <pc:chgData name="Tsz Nam Chan" userId="d72bc0ce159372cc" providerId="LiveId" clId="{7EA772CB-F43F-45EA-8D4F-488304E9E5E6}" dt="2026-08-08T14:44:29.856" v="3384" actId="113"/>
      <pc:docMkLst>
        <pc:docMk/>
      </pc:docMkLst>
      <pc:sldChg chg="addSp modSp mod">
        <pc:chgData name="Tsz Nam Chan" userId="d72bc0ce159372cc" providerId="LiveId" clId="{7EA772CB-F43F-45EA-8D4F-488304E9E5E6}" dt="2026-08-08T12:58:56.065" v="419" actId="1036"/>
        <pc:sldMkLst>
          <pc:docMk/>
          <pc:sldMk cId="2888921664" sldId="263"/>
        </pc:sldMkLst>
        <pc:spChg chg="mod">
          <ac:chgData name="Tsz Nam Chan" userId="d72bc0ce159372cc" providerId="LiveId" clId="{7EA772CB-F43F-45EA-8D4F-488304E9E5E6}" dt="2026-08-08T12:54:15.702" v="269" actId="1036"/>
          <ac:spMkLst>
            <pc:docMk/>
            <pc:sldMk cId="2888921664" sldId="263"/>
            <ac:spMk id="2" creationId="{7D849FE4-E814-0C24-CB51-8D3F1AFC5964}"/>
          </ac:spMkLst>
        </pc:spChg>
        <pc:spChg chg="mod">
          <ac:chgData name="Tsz Nam Chan" userId="d72bc0ce159372cc" providerId="LiveId" clId="{7EA772CB-F43F-45EA-8D4F-488304E9E5E6}" dt="2026-08-08T12:58:56.065" v="419" actId="1036"/>
          <ac:spMkLst>
            <pc:docMk/>
            <pc:sldMk cId="2888921664" sldId="263"/>
            <ac:spMk id="3" creationId="{B1E6D676-7FFB-0102-CCB7-24C9AFCF9306}"/>
          </ac:spMkLst>
        </pc:spChg>
        <pc:spChg chg="add mod">
          <ac:chgData name="Tsz Nam Chan" userId="d72bc0ce159372cc" providerId="LiveId" clId="{7EA772CB-F43F-45EA-8D4F-488304E9E5E6}" dt="2026-08-08T12:58:49.048" v="401" actId="1076"/>
          <ac:spMkLst>
            <pc:docMk/>
            <pc:sldMk cId="2888921664" sldId="263"/>
            <ac:spMk id="7" creationId="{91B3174F-A0D4-815A-DD58-621E76B9A174}"/>
          </ac:spMkLst>
        </pc:spChg>
        <pc:picChg chg="mod">
          <ac:chgData name="Tsz Nam Chan" userId="d72bc0ce159372cc" providerId="LiveId" clId="{7EA772CB-F43F-45EA-8D4F-488304E9E5E6}" dt="2026-08-08T12:58:56.065" v="419" actId="1036"/>
          <ac:picMkLst>
            <pc:docMk/>
            <pc:sldMk cId="2888921664" sldId="263"/>
            <ac:picMk id="5" creationId="{C9416502-0E5F-5E76-6E57-A129FC01EAAB}"/>
          </ac:picMkLst>
        </pc:picChg>
      </pc:sldChg>
      <pc:sldChg chg="modSp new mod">
        <pc:chgData name="Tsz Nam Chan" userId="d72bc0ce159372cc" providerId="LiveId" clId="{7EA772CB-F43F-45EA-8D4F-488304E9E5E6}" dt="2026-08-08T13:04:06.561" v="675" actId="5793"/>
        <pc:sldMkLst>
          <pc:docMk/>
          <pc:sldMk cId="3016194341" sldId="264"/>
        </pc:sldMkLst>
        <pc:spChg chg="mod">
          <ac:chgData name="Tsz Nam Chan" userId="d72bc0ce159372cc" providerId="LiveId" clId="{7EA772CB-F43F-45EA-8D4F-488304E9E5E6}" dt="2026-08-08T13:00:06.438" v="434" actId="20577"/>
          <ac:spMkLst>
            <pc:docMk/>
            <pc:sldMk cId="3016194341" sldId="264"/>
            <ac:spMk id="2" creationId="{1C604D0A-FFC6-E50D-9002-C987FE6113EA}"/>
          </ac:spMkLst>
        </pc:spChg>
        <pc:spChg chg="mod">
          <ac:chgData name="Tsz Nam Chan" userId="d72bc0ce159372cc" providerId="LiveId" clId="{7EA772CB-F43F-45EA-8D4F-488304E9E5E6}" dt="2026-08-08T13:04:06.561" v="675" actId="5793"/>
          <ac:spMkLst>
            <pc:docMk/>
            <pc:sldMk cId="3016194341" sldId="264"/>
            <ac:spMk id="3" creationId="{2881C027-EAFD-0264-5C16-EF89ED2769C9}"/>
          </ac:spMkLst>
        </pc:spChg>
      </pc:sldChg>
      <pc:sldChg chg="addSp modSp new mod">
        <pc:chgData name="Tsz Nam Chan" userId="d72bc0ce159372cc" providerId="LiveId" clId="{7EA772CB-F43F-45EA-8D4F-488304E9E5E6}" dt="2026-08-08T14:16:27.368" v="3350" actId="1037"/>
        <pc:sldMkLst>
          <pc:docMk/>
          <pc:sldMk cId="344200955" sldId="265"/>
        </pc:sldMkLst>
        <pc:spChg chg="mod">
          <ac:chgData name="Tsz Nam Chan" userId="d72bc0ce159372cc" providerId="LiveId" clId="{7EA772CB-F43F-45EA-8D4F-488304E9E5E6}" dt="2026-08-08T13:16:04.619" v="1005" actId="1076"/>
          <ac:spMkLst>
            <pc:docMk/>
            <pc:sldMk cId="344200955" sldId="265"/>
            <ac:spMk id="2" creationId="{4B19B985-E149-9E57-F501-C13D3A4918EE}"/>
          </ac:spMkLst>
        </pc:spChg>
        <pc:spChg chg="mod">
          <ac:chgData name="Tsz Nam Chan" userId="d72bc0ce159372cc" providerId="LiveId" clId="{7EA772CB-F43F-45EA-8D4F-488304E9E5E6}" dt="2026-08-08T14:16:02.240" v="3299" actId="27636"/>
          <ac:spMkLst>
            <pc:docMk/>
            <pc:sldMk cId="344200955" sldId="265"/>
            <ac:spMk id="3" creationId="{B61D5F94-C71B-7F37-FC0A-829AB4CF462A}"/>
          </ac:spMkLst>
        </pc:spChg>
        <pc:spChg chg="mod">
          <ac:chgData name="Tsz Nam Chan" userId="d72bc0ce159372cc" providerId="LiveId" clId="{7EA772CB-F43F-45EA-8D4F-488304E9E5E6}" dt="2026-08-08T14:16:27.368" v="3350" actId="1037"/>
          <ac:spMkLst>
            <pc:docMk/>
            <pc:sldMk cId="344200955" sldId="265"/>
            <ac:spMk id="6" creationId="{9F3D514F-AD77-A9B6-6FCF-594234BA1CD9}"/>
          </ac:spMkLst>
        </pc:spChg>
        <pc:picChg chg="add mod">
          <ac:chgData name="Tsz Nam Chan" userId="d72bc0ce159372cc" providerId="LiveId" clId="{7EA772CB-F43F-45EA-8D4F-488304E9E5E6}" dt="2026-08-08T13:15:59.816" v="1004" actId="1076"/>
          <ac:picMkLst>
            <pc:docMk/>
            <pc:sldMk cId="344200955" sldId="265"/>
            <ac:picMk id="5" creationId="{0AA74F68-7E44-C652-8673-DF4C9881DD76}"/>
          </ac:picMkLst>
        </pc:picChg>
      </pc:sldChg>
      <pc:sldChg chg="addSp delSp modSp new mod">
        <pc:chgData name="Tsz Nam Chan" userId="d72bc0ce159372cc" providerId="LiveId" clId="{7EA772CB-F43F-45EA-8D4F-488304E9E5E6}" dt="2026-08-08T14:16:39.044" v="3352" actId="20577"/>
        <pc:sldMkLst>
          <pc:docMk/>
          <pc:sldMk cId="2385365285" sldId="266"/>
        </pc:sldMkLst>
        <pc:spChg chg="mod">
          <ac:chgData name="Tsz Nam Chan" userId="d72bc0ce159372cc" providerId="LiveId" clId="{7EA772CB-F43F-45EA-8D4F-488304E9E5E6}" dt="2026-08-08T13:22:30.292" v="1259" actId="20577"/>
          <ac:spMkLst>
            <pc:docMk/>
            <pc:sldMk cId="2385365285" sldId="266"/>
            <ac:spMk id="2" creationId="{41B7018D-896E-B61B-A804-C4E2B49E668E}"/>
          </ac:spMkLst>
        </pc:spChg>
        <pc:spChg chg="add mod">
          <ac:chgData name="Tsz Nam Chan" userId="d72bc0ce159372cc" providerId="LiveId" clId="{7EA772CB-F43F-45EA-8D4F-488304E9E5E6}" dt="2026-08-08T14:16:39.044" v="3352" actId="20577"/>
          <ac:spMkLst>
            <pc:docMk/>
            <pc:sldMk cId="2385365285" sldId="266"/>
            <ac:spMk id="6" creationId="{095A9B29-5EF7-D1E8-ABEA-D005BFF23C92}"/>
          </ac:spMkLst>
        </pc:spChg>
        <pc:picChg chg="add mod">
          <ac:chgData name="Tsz Nam Chan" userId="d72bc0ce159372cc" providerId="LiveId" clId="{7EA772CB-F43F-45EA-8D4F-488304E9E5E6}" dt="2026-08-08T13:21:34.556" v="1225" actId="1076"/>
          <ac:picMkLst>
            <pc:docMk/>
            <pc:sldMk cId="2385365285" sldId="266"/>
            <ac:picMk id="5" creationId="{A7CB3F0C-EBAC-9EB2-7452-D2699AF16EEB}"/>
          </ac:picMkLst>
        </pc:picChg>
      </pc:sldChg>
      <pc:sldChg chg="addSp delSp modSp new mod">
        <pc:chgData name="Tsz Nam Chan" userId="d72bc0ce159372cc" providerId="LiveId" clId="{7EA772CB-F43F-45EA-8D4F-488304E9E5E6}" dt="2026-08-08T14:42:22.943" v="3378" actId="1076"/>
        <pc:sldMkLst>
          <pc:docMk/>
          <pc:sldMk cId="3349179287" sldId="267"/>
        </pc:sldMkLst>
        <pc:spChg chg="mod">
          <ac:chgData name="Tsz Nam Chan" userId="d72bc0ce159372cc" providerId="LiveId" clId="{7EA772CB-F43F-45EA-8D4F-488304E9E5E6}" dt="2026-08-08T13:22:53.817" v="1262" actId="122"/>
          <ac:spMkLst>
            <pc:docMk/>
            <pc:sldMk cId="3349179287" sldId="267"/>
            <ac:spMk id="2" creationId="{1E7B4BE1-3D44-CBD0-7E48-D4BE6B9C4EA0}"/>
          </ac:spMkLst>
        </pc:spChg>
        <pc:spChg chg="add del mod">
          <ac:chgData name="Tsz Nam Chan" userId="d72bc0ce159372cc" providerId="LiveId" clId="{7EA772CB-F43F-45EA-8D4F-488304E9E5E6}" dt="2026-08-08T14:40:54.588" v="3369" actId="1076"/>
          <ac:spMkLst>
            <pc:docMk/>
            <pc:sldMk cId="3349179287" sldId="267"/>
            <ac:spMk id="3" creationId="{69304792-F9FA-57DA-961F-60CD299E5733}"/>
          </ac:spMkLst>
        </pc:spChg>
        <pc:picChg chg="add mod">
          <ac:chgData name="Tsz Nam Chan" userId="d72bc0ce159372cc" providerId="LiveId" clId="{7EA772CB-F43F-45EA-8D4F-488304E9E5E6}" dt="2026-08-08T14:42:22.943" v="3378" actId="1076"/>
          <ac:picMkLst>
            <pc:docMk/>
            <pc:sldMk cId="3349179287" sldId="267"/>
            <ac:picMk id="5" creationId="{9EFF441D-4483-C19D-368D-CE53F2B8A759}"/>
          </ac:picMkLst>
        </pc:picChg>
      </pc:sldChg>
      <pc:sldChg chg="addSp delSp modSp new mod">
        <pc:chgData name="Tsz Nam Chan" userId="d72bc0ce159372cc" providerId="LiveId" clId="{7EA772CB-F43F-45EA-8D4F-488304E9E5E6}" dt="2026-08-08T14:41:39.169" v="3376" actId="1076"/>
        <pc:sldMkLst>
          <pc:docMk/>
          <pc:sldMk cId="1944472154" sldId="268"/>
        </pc:sldMkLst>
        <pc:spChg chg="mod">
          <ac:chgData name="Tsz Nam Chan" userId="d72bc0ce159372cc" providerId="LiveId" clId="{7EA772CB-F43F-45EA-8D4F-488304E9E5E6}" dt="2026-08-08T13:35:12.749" v="1773" actId="1076"/>
          <ac:spMkLst>
            <pc:docMk/>
            <pc:sldMk cId="1944472154" sldId="268"/>
            <ac:spMk id="2" creationId="{8A063F72-C805-3339-0B9C-2C90A265E53A}"/>
          </ac:spMkLst>
        </pc:spChg>
        <pc:spChg chg="add mod">
          <ac:chgData name="Tsz Nam Chan" userId="d72bc0ce159372cc" providerId="LiveId" clId="{7EA772CB-F43F-45EA-8D4F-488304E9E5E6}" dt="2026-08-08T13:37:39.793" v="1846"/>
          <ac:spMkLst>
            <pc:docMk/>
            <pc:sldMk cId="1944472154" sldId="268"/>
            <ac:spMk id="8" creationId="{07E56B51-3549-54F9-FFFB-B4DA5CB7D2FF}"/>
          </ac:spMkLst>
        </pc:spChg>
        <pc:picChg chg="add mod">
          <ac:chgData name="Tsz Nam Chan" userId="d72bc0ce159372cc" providerId="LiveId" clId="{7EA772CB-F43F-45EA-8D4F-488304E9E5E6}" dt="2026-08-08T14:41:39.169" v="3376" actId="1076"/>
          <ac:picMkLst>
            <pc:docMk/>
            <pc:sldMk cId="1944472154" sldId="268"/>
            <ac:picMk id="4" creationId="{EB6F4D75-BBF7-654D-8B4C-34DBD221C0FB}"/>
          </ac:picMkLst>
        </pc:picChg>
      </pc:sldChg>
      <pc:sldChg chg="modSp new mod">
        <pc:chgData name="Tsz Nam Chan" userId="d72bc0ce159372cc" providerId="LiveId" clId="{7EA772CB-F43F-45EA-8D4F-488304E9E5E6}" dt="2026-08-08T13:40:35.625" v="2116" actId="5793"/>
        <pc:sldMkLst>
          <pc:docMk/>
          <pc:sldMk cId="523813791" sldId="269"/>
        </pc:sldMkLst>
        <pc:spChg chg="mod">
          <ac:chgData name="Tsz Nam Chan" userId="d72bc0ce159372cc" providerId="LiveId" clId="{7EA772CB-F43F-45EA-8D4F-488304E9E5E6}" dt="2026-08-08T13:38:58.420" v="1854" actId="122"/>
          <ac:spMkLst>
            <pc:docMk/>
            <pc:sldMk cId="523813791" sldId="269"/>
            <ac:spMk id="2" creationId="{800809DE-D749-D9D9-488E-11F8CDAF96E1}"/>
          </ac:spMkLst>
        </pc:spChg>
        <pc:spChg chg="mod">
          <ac:chgData name="Tsz Nam Chan" userId="d72bc0ce159372cc" providerId="LiveId" clId="{7EA772CB-F43F-45EA-8D4F-488304E9E5E6}" dt="2026-08-08T13:40:35.625" v="2116" actId="5793"/>
          <ac:spMkLst>
            <pc:docMk/>
            <pc:sldMk cId="523813791" sldId="269"/>
            <ac:spMk id="3" creationId="{D428017C-CE6F-7ADD-5117-46D5884CEDBE}"/>
          </ac:spMkLst>
        </pc:spChg>
      </pc:sldChg>
      <pc:sldChg chg="addSp delSp modSp new mod">
        <pc:chgData name="Tsz Nam Chan" userId="d72bc0ce159372cc" providerId="LiveId" clId="{7EA772CB-F43F-45EA-8D4F-488304E9E5E6}" dt="2026-08-08T13:50:50.129" v="2303" actId="1038"/>
        <pc:sldMkLst>
          <pc:docMk/>
          <pc:sldMk cId="3283270721" sldId="270"/>
        </pc:sldMkLst>
        <pc:spChg chg="mod">
          <ac:chgData name="Tsz Nam Chan" userId="d72bc0ce159372cc" providerId="LiveId" clId="{7EA772CB-F43F-45EA-8D4F-488304E9E5E6}" dt="2026-08-08T13:50:50.129" v="2303" actId="1038"/>
          <ac:spMkLst>
            <pc:docMk/>
            <pc:sldMk cId="3283270721" sldId="270"/>
            <ac:spMk id="2" creationId="{9A8ACCC6-F57D-C529-CDCA-289097D39145}"/>
          </ac:spMkLst>
        </pc:spChg>
        <pc:spChg chg="add mod">
          <ac:chgData name="Tsz Nam Chan" userId="d72bc0ce159372cc" providerId="LiveId" clId="{7EA772CB-F43F-45EA-8D4F-488304E9E5E6}" dt="2026-08-08T13:49:31.631" v="2280" actId="20577"/>
          <ac:spMkLst>
            <pc:docMk/>
            <pc:sldMk cId="3283270721" sldId="270"/>
            <ac:spMk id="12" creationId="{B9464F45-0A2C-531C-68CF-7F69E3E3E606}"/>
          </ac:spMkLst>
        </pc:spChg>
        <pc:picChg chg="add mod">
          <ac:chgData name="Tsz Nam Chan" userId="d72bc0ce159372cc" providerId="LiveId" clId="{7EA772CB-F43F-45EA-8D4F-488304E9E5E6}" dt="2026-08-08T13:50:05.285" v="2287" actId="1076"/>
          <ac:picMkLst>
            <pc:docMk/>
            <pc:sldMk cId="3283270721" sldId="270"/>
            <ac:picMk id="7" creationId="{03A47730-138C-B1D1-BD5E-C09BD110BC15}"/>
          </ac:picMkLst>
        </pc:picChg>
        <pc:picChg chg="add mod">
          <ac:chgData name="Tsz Nam Chan" userId="d72bc0ce159372cc" providerId="LiveId" clId="{7EA772CB-F43F-45EA-8D4F-488304E9E5E6}" dt="2026-08-08T13:50:41.251" v="2290" actId="1076"/>
          <ac:picMkLst>
            <pc:docMk/>
            <pc:sldMk cId="3283270721" sldId="270"/>
            <ac:picMk id="14" creationId="{6972B79F-0AE8-308B-D441-366ADDF87BE8}"/>
          </ac:picMkLst>
        </pc:picChg>
        <pc:picChg chg="add mod">
          <ac:chgData name="Tsz Nam Chan" userId="d72bc0ce159372cc" providerId="LiveId" clId="{7EA772CB-F43F-45EA-8D4F-488304E9E5E6}" dt="2026-08-08T13:49:50.249" v="2284" actId="1076"/>
          <ac:picMkLst>
            <pc:docMk/>
            <pc:sldMk cId="3283270721" sldId="270"/>
            <ac:picMk id="16" creationId="{FAE2361B-D88B-331C-B02D-29A9AF41262C}"/>
          </ac:picMkLst>
        </pc:picChg>
      </pc:sldChg>
      <pc:sldChg chg="addSp delSp modSp new mod">
        <pc:chgData name="Tsz Nam Chan" userId="d72bc0ce159372cc" providerId="LiveId" clId="{7EA772CB-F43F-45EA-8D4F-488304E9E5E6}" dt="2026-08-08T14:38:30.066" v="3361" actId="20577"/>
        <pc:sldMkLst>
          <pc:docMk/>
          <pc:sldMk cId="2851891223" sldId="271"/>
        </pc:sldMkLst>
        <pc:spChg chg="mod">
          <ac:chgData name="Tsz Nam Chan" userId="d72bc0ce159372cc" providerId="LiveId" clId="{7EA772CB-F43F-45EA-8D4F-488304E9E5E6}" dt="2026-08-08T13:51:15.256" v="2316" actId="2711"/>
          <ac:spMkLst>
            <pc:docMk/>
            <pc:sldMk cId="2851891223" sldId="271"/>
            <ac:spMk id="2" creationId="{9F12E68D-72A2-F977-E58B-8A7573C200CA}"/>
          </ac:spMkLst>
        </pc:spChg>
        <pc:spChg chg="mod">
          <ac:chgData name="Tsz Nam Chan" userId="d72bc0ce159372cc" providerId="LiveId" clId="{7EA772CB-F43F-45EA-8D4F-488304E9E5E6}" dt="2026-08-08T14:38:30.066" v="3361" actId="20577"/>
          <ac:spMkLst>
            <pc:docMk/>
            <pc:sldMk cId="2851891223" sldId="271"/>
            <ac:spMk id="3" creationId="{F4435D64-FA90-DDFF-2E30-D38C1E2BE412}"/>
          </ac:spMkLst>
        </pc:spChg>
      </pc:sldChg>
      <pc:sldChg chg="addSp delSp modSp new mod">
        <pc:chgData name="Tsz Nam Chan" userId="d72bc0ce159372cc" providerId="LiveId" clId="{7EA772CB-F43F-45EA-8D4F-488304E9E5E6}" dt="2026-08-08T14:44:29.856" v="3384" actId="113"/>
        <pc:sldMkLst>
          <pc:docMk/>
          <pc:sldMk cId="300967349" sldId="272"/>
        </pc:sldMkLst>
        <pc:spChg chg="mod">
          <ac:chgData name="Tsz Nam Chan" userId="d72bc0ce159372cc" providerId="LiveId" clId="{7EA772CB-F43F-45EA-8D4F-488304E9E5E6}" dt="2026-08-08T13:59:01.762" v="2803" actId="122"/>
          <ac:spMkLst>
            <pc:docMk/>
            <pc:sldMk cId="300967349" sldId="272"/>
            <ac:spMk id="2" creationId="{DC15B8BB-4224-3790-E8FE-65F0C17CF38F}"/>
          </ac:spMkLst>
        </pc:spChg>
        <pc:spChg chg="mod">
          <ac:chgData name="Tsz Nam Chan" userId="d72bc0ce159372cc" providerId="LiveId" clId="{7EA772CB-F43F-45EA-8D4F-488304E9E5E6}" dt="2026-08-08T14:44:29.856" v="3384" actId="113"/>
          <ac:spMkLst>
            <pc:docMk/>
            <pc:sldMk cId="300967349" sldId="272"/>
            <ac:spMk id="3" creationId="{3BA5DA79-017C-8097-C1C1-6098F5C875CA}"/>
          </ac:spMkLst>
        </pc:spChg>
      </pc:sldChg>
      <pc:sldChg chg="add">
        <pc:chgData name="Tsz Nam Chan" userId="d72bc0ce159372cc" providerId="LiveId" clId="{7EA772CB-F43F-45EA-8D4F-488304E9E5E6}" dt="2026-08-08T14:07:14.098" v="3275"/>
        <pc:sldMkLst>
          <pc:docMk/>
          <pc:sldMk cId="3277184418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7F06F-BA07-4A0F-A4F6-CE78195A93D7}" type="datetimeFigureOut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1DD87-6B74-4F73-8C4D-5E27623FD56E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7098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34DC-A1C6-D798-E09F-21D7B9504B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5611D-97C5-8BB5-F523-012B6C17C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7B1D4-BD0C-9D11-1038-81BB9CAB1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2C107-3D46-4C34-AD55-6B06F342152C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6C201-454A-53BC-301D-0C71BAF5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52020-3386-8B90-D43A-55703114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157874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98AF-3769-9352-BDD3-9D8C99DD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F87AF-BBB8-BEAE-0FBB-C6804B78D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E7B9-60CC-9075-AFF5-C81F6CD71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75790-1734-4686-B703-974A777B5B4B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5742B-E2CC-969C-55A3-DF80F3B2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44D43-C0FA-5F5D-CD28-C985C854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26382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AD04-EC48-81EC-9422-4C5C5FD0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7B855-A5A2-4F75-1210-F03F35EEA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05C74-5955-01A3-3BBF-F26708C4E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64584-6F77-4795-AC9A-D3C407811108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5A8EF-CA88-B212-B061-87FCC4C56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EA5A7-1F48-43D8-4F95-0C23A3CA6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5607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D6E3-0AE7-6A9A-F986-5CC45379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D5E9-4766-4506-6A69-76CFD9840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3621F-1E25-0F67-9089-FD3A6794E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71F3-722B-BE63-3FCC-A73C55EF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1BABE-0F77-4582-AA5C-A6742AFE3AD0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DE444-00CF-AA3E-6F1B-E55C064FC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3FE88-FFD5-AD4C-201A-B414F399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34486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3606-BE10-960C-3A99-D9D84D70E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1E954-3287-1B5E-FED3-C19728F6F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11BAB3-9E35-2F82-E747-FDBEBA931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61CBA-E91F-CEA0-EC4E-976EA36A7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EC18C-563A-31B8-3564-22C86F5B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E28A0-B673-2A93-07FE-B175AD741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DDB1E-525B-4EDA-B549-6BA885D7A7DA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4C3FC-3CC0-B6E1-B210-C640C77CD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30CAB-1989-8377-FBFB-6897B5B3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0579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B779-058B-991C-89D0-20B5F293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58B5F-2047-E133-BA23-764CF76E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0F264-FFF5-4DD8-8A35-3C9C460CD2D1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BE872-597C-56CB-53FF-70680160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25430-5711-4E7D-3023-3FDF2C0E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60243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2943F6-46FE-235B-B310-09A83090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71FCA-09CC-4F77-9714-5C465728D081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214CD8-CAC9-4F54-65DF-5352A15C7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0ACC8-4F8A-0BF9-BE25-CD99EC69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9948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84CC-EA5E-5059-D436-DF257B10F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ED304-E72B-3F9D-6CAE-858D2244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F5A41D-1C56-CF15-4E79-FE68914D0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52CBA-CAE7-363B-7568-473117CB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EE52-F9A1-4B1A-9E5B-D2A2C74977B1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9AE5D-A2C9-EA39-E90C-8A08CB8D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325B0-B00E-50CA-3277-72201A10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1132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3202-19E6-6199-A2AC-1A5AF226F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FE3B3-071F-1540-C673-DE6C8CFBC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9B7A68-3388-38E8-797D-B3D283E77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30EA29-A766-811A-1D7C-DAAA72FA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611EB-929D-49F6-82A1-CD07E35305B6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50D0E2-350E-D75F-82D0-D0FC2B6F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83D4B-2825-5DBA-2D72-E3E9A13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90796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C7676-0CBF-A080-EC62-A4B743E6D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110E3-1CC3-A513-CBE4-719D6B6AD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AA655-72C4-987A-B99A-3D3F30E3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68AEC-A1E8-4E3F-8255-380A839494A5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92CCE-0D04-AB06-B5FB-402BCF9D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545DD-2CFF-E137-7898-28F49FF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08188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B8A6-EF6B-A9CC-8B69-5AB342ED6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D4F621-BF29-F2B6-2E2B-15EEA8869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D1279-C297-49A5-38B0-6F0FF6FF7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20706-6DAE-4980-A181-69787124255D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592-B908-D87B-CEBD-B6171315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76B5C-BEF2-6F08-7B72-2F842774E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41919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6EA61D-38FD-845D-190A-5F243FA36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8ADFA-23EC-37AA-8FB1-855F53033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1D508-DFB9-E8F9-8E85-5590924580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C4482-257B-415C-8401-EE424C28919F}" type="datetime1">
              <a:rPr lang="zh-Hans-HK" altLang="en-US" smtClean="0"/>
              <a:t>08/10/2026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9015A-EDDA-AD0E-FB1E-8D0C918A0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65FEF-ACAF-806F-2573-A4C16FE26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3829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79EE-D72D-60E7-481B-052ED3822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71" y="268940"/>
            <a:ext cx="10673079" cy="1741675"/>
          </a:xfrm>
        </p:spPr>
        <p:txBody>
          <a:bodyPr>
            <a:normAutofit fontScale="90000"/>
          </a:bodyPr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EARTH: Accelerating Spatiotemporal Network K-function-based Analytics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F43267-6084-E011-8D60-BAF0DF6D5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1" y="2595274"/>
            <a:ext cx="11572240" cy="2319625"/>
          </a:xfrm>
        </p:spPr>
        <p:txBody>
          <a:bodyPr>
            <a:normAutofit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Hongwei Ye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Leong Hou 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Yun Peng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altLang="zh-HK" sz="28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Jianliang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Christian S. Jensen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Shenzhen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Macau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Guangzhou University  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Hong Kong Baptist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Aalborg University  </a:t>
            </a:r>
          </a:p>
        </p:txBody>
      </p:sp>
      <p:pic>
        <p:nvPicPr>
          <p:cNvPr id="5" name="Picture 2" descr="Hong Kong Baptist University – Say Yes To Breastfeeding">
            <a:extLst>
              <a:ext uri="{FF2B5EF4-FFF2-40B4-BE49-F238E27FC236}">
                <a16:creationId xmlns:a16="http://schemas.microsoft.com/office/drawing/2014/main" id="{7D06E30C-69F5-E6B6-E5E1-F5A987C0C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210" y="4914899"/>
            <a:ext cx="3610947" cy="17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48EFDF5-A5A4-A110-B244-55C8446A7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56" y="5185837"/>
            <a:ext cx="1379797" cy="13774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2662-070F-AA11-2942-BDDB55F14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76" y="5160111"/>
            <a:ext cx="1428949" cy="142894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5E59EA0-253E-0F76-8C23-CEFFD671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111" y="4999945"/>
            <a:ext cx="1714240" cy="156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0D26B-2218-DF29-10B6-B982FE78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1</a:t>
            </a:fld>
            <a:endParaRPr lang="zh-Hans-HK" altLang="en-US"/>
          </a:p>
        </p:txBody>
      </p:sp>
      <p:pic>
        <p:nvPicPr>
          <p:cNvPr id="9" name="圖片 3">
            <a:extLst>
              <a:ext uri="{FF2B5EF4-FFF2-40B4-BE49-F238E27FC236}">
                <a16:creationId xmlns:a16="http://schemas.microsoft.com/office/drawing/2014/main" id="{CA43A1B6-2073-0C44-2A26-8FB8A1F2C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348" y="5029910"/>
            <a:ext cx="1703863" cy="160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A023-AB1A-2E86-BD56-A955A2D0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Hotspot a Hotspot?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86FDE4-9CEA-D660-525A-BE19CB5DF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085" y="4780080"/>
            <a:ext cx="10515599" cy="1712795"/>
          </a:xfrm>
        </p:spPr>
        <p:txBody>
          <a:bodyPr/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you think that the red part is really a hotspot?</a:t>
            </a:r>
          </a:p>
          <a:p>
            <a:endParaRPr lang="en-US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you tune the parameters in some statistical/clustering models?</a:t>
            </a:r>
          </a:p>
        </p:txBody>
      </p:sp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D2679693-83AD-C8AF-C7A1-1F25F396D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340" y="1547388"/>
            <a:ext cx="5825319" cy="3020536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771FED0-0435-33FC-E4AE-FAFCD64A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32408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8B2E9-795B-F2CC-3996-2DAB5F04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299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 the number of data points that are within the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each data point.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A8E5FA-03B0-7535-C07D-27DDF5EFB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866" y="2848913"/>
            <a:ext cx="6688897" cy="317406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3FAED66-05F6-48F1-7793-B0AF5CC4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9712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7ED6-F9DD-FC31-4268-51E6779AD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 Plot?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04765-772A-D418-AB9F-17E2BAD6F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825624"/>
            <a:ext cx="6604000" cy="4867275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experts need to determine whether the hotspots/clusters of a location dataset are meaningful.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multiple random datasets with the same size as the original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network K-function values for the original dataset and random datasets with respect to multiple thresholds.</a:t>
            </a:r>
          </a:p>
        </p:txBody>
      </p:sp>
      <p:pic>
        <p:nvPicPr>
          <p:cNvPr id="5" name="圖片 3">
            <a:extLst>
              <a:ext uri="{FF2B5EF4-FFF2-40B4-BE49-F238E27FC236}">
                <a16:creationId xmlns:a16="http://schemas.microsoft.com/office/drawing/2014/main" id="{D3AC4890-6799-6FA7-4F25-78433506A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418" y="1924717"/>
            <a:ext cx="4572270" cy="30085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/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/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/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zh-HK" alt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8CA28DA-E5CD-3E52-780F-91F85BAC8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19446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55F5-2B96-13F2-F095-75B95751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3EBC-CAAF-F90D-6E30-CA2424182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1550" cy="4351338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Ignore the timestamp of each data point.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spatiotemporal events depend on time.</a:t>
            </a:r>
          </a:p>
          <a:p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EE318-5490-CD55-E13A-2C75FB60F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2395538"/>
            <a:ext cx="6197491" cy="27733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C6EFA-6A4B-4287-78E6-0AFD0A82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971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8D6B-DE6B-AEF5-8FE1-C57AF78C5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25" y="164449"/>
            <a:ext cx="11283950" cy="1325563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Spatiotemporal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a road network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spatiotemporal dataset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HK" altLang="zh-Hans-HK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a temporal threshold </a:t>
                </a:r>
                <a14:m>
                  <m:oMath xmlns:m="http://schemas.openxmlformats.org/officeDocument/2006/math">
                    <m:r>
                      <a:rPr lang="en-HK" altLang="zh-Hans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we need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  <a:blipFill>
                <a:blip r:embed="rId2"/>
                <a:stretch>
                  <a:fillRect l="-1144" t="-2148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6720594-7A32-D8C6-E033-EC9F192B8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009477"/>
            <a:ext cx="6197491" cy="27733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/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HK" altLang="zh-Hans-HK" sz="2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ans-HK" sz="2200" b="1" i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1" i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HK" altLang="zh-Hans-HK" sz="2200" b="1" i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1" i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e>
                                <m: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1" i="0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1" i="0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𝐩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eqArr>
                            </m:sub>
                            <m:sup/>
                            <m:e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𝔗</m:t>
                              </m:r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HK" altLang="zh-Hans-HK" sz="2200" b="1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𝐩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𝐩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7BA9DC-943B-A294-2B41-B623B136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06141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416502-0E5F-5E76-6E57-A129FC01E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72011"/>
            <a:ext cx="5838260" cy="435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49FE4-E814-0C24-CB51-8D3F1AFC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22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Plot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</p:spPr>
            <p:txBody>
              <a:bodyPr>
                <a:normAutofit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with the same size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(green plane),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ℒ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(red plane),</a:t>
                </a:r>
                <a:r>
                  <a:rPr lang="en-HK" altLang="zh-Hans-HK" b="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Hans-HK" altLang="en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𝒰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(yellow plane), where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  <a:blipFill>
                <a:blip r:embed="rId3"/>
                <a:stretch>
                  <a:fillRect l="-2057" t="-2091" r="-5714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/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HK" altLang="zh-Hans-HK" sz="2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zh-Hans-HK" altLang="en-HK" sz="2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𝒰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B3D7D0-A076-9AB6-C390-9D95A12F6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8892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4D0A-FFC6-E50D-9002-C987FE611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a spatiotemporal network K-function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Generate a spatiotemporal network K-function plot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𝐿𝑀𝑇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Infeasible even when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1A0E9-C528-0845-6EA9-61FE6790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619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9B985-E149-9E57-F501-C13D3A49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0" y="115624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Contributions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D5F94-C71B-7F37-FC0A-829AB4CF4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51301"/>
            <a:ext cx="11112500" cy="2806699"/>
          </a:xfrm>
        </p:spPr>
        <p:txBody>
          <a:bodyPr>
            <a:normAutofit lnSpcReduction="10000"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new methods that can theoretically </a:t>
            </a:r>
            <a:r>
              <a:rPr lang="en-HK" altLang="zh-Hans-H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time complexity with the same space complexity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Achieve up to 19.04x speedups compared with existing methods. 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integrated these methods into the python library, called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74F68-7E44-C652-8673-DF4C9881D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16026"/>
            <a:ext cx="10515600" cy="271012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D514F-AD77-A9B6-6FCF-594234BA1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6250" y="6508750"/>
            <a:ext cx="2743200" cy="365125"/>
          </a:xfrm>
        </p:spPr>
        <p:txBody>
          <a:bodyPr/>
          <a:lstStyle/>
          <a:p>
            <a:fld id="{D5BE2538-F9C7-4567-ACAD-7D5D5E60620F}" type="slidenum">
              <a:rPr lang="zh-Hans-HK" altLang="en-US" smtClean="0"/>
              <a:t>9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44200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018D-896E-B61B-A804-C4E2B49E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365125"/>
            <a:ext cx="1213485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of Our Methods: Mapping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CB3F0C-EBAC-9EB2-7452-D2699AF1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74" y="1929606"/>
            <a:ext cx="6258245" cy="29864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Map all data points on the edge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the two-dimensional (time, distance)-plane.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  <a:blipFill>
                <a:blip r:embed="rId3"/>
                <a:stretch>
                  <a:fillRect l="-1019" t="-10465" r="-181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63DC9-6363-7D53-AB06-89004F38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85365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4BE1-3D44-CBD0-7E48-D4BE6B9C4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Augmentation with Range-tree (EAR)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equivalent to the 2-D orthogonal range counting problem.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range-tree for each edge in advance and use it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  <a:blipFill>
                <a:blip r:embed="rId2"/>
                <a:stretch>
                  <a:fillRect l="-911" t="-6027" b="-219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1AFE201-9B6B-EF33-5CE3-25881148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11</a:t>
            </a:fld>
            <a:endParaRPr lang="zh-Hans-HK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F441D-4483-C19D-368D-CE53F2B8A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072" y="1488762"/>
            <a:ext cx="5737278" cy="29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7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63F72-C805-3339-0B9C-2C90A265E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Multi-Threshold Sharing (MTS)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with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 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temporal thresholds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equivalent to counting data points in the grid structure.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prefix-sum structure for each edge in advance and use it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multiple thresholds.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  <a:blipFill>
                <a:blip r:embed="rId2"/>
                <a:stretch>
                  <a:fillRect l="-911" t="-5967" b="-2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DF4B3E-78E1-9BF9-3D0C-97697B16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12</a:t>
            </a:fld>
            <a:endParaRPr lang="zh-Hans-HK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F4D75-BBF7-654D-8B4C-34DBD221C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516" y="1143987"/>
            <a:ext cx="5853315" cy="318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7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09DE-D749-D9D9-488E-11F8CDAF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8017C-CE6F-7ADD-5117-46D5884CE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selects either EAR or MTS for each edge based on the cost function.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= EAR + MTS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Achieves the smallest time complexity.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details, please refer to our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76EC-2F6B-3054-EA77-458BE504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2381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CCC6-F57D-C529-CDCA-289097D39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820" y="-9604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Evaluation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A47730-138C-B1D1-BD5E-C09BD110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59" y="1048498"/>
            <a:ext cx="6103289" cy="1554254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464F45-0A2C-531C-68CF-7F69E3E3E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72B79F-0AE8-308B-D441-366ADDF87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59" y="2656562"/>
            <a:ext cx="9037320" cy="21007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AE2361B-D88B-331C-B02D-29A9AF41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959" y="4757281"/>
            <a:ext cx="9076081" cy="2100719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5C9B2C-3372-9121-C2EA-607AF66D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8327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2E68D-72A2-F977-E58B-8A7573C20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35D64-FA90-DDFF-2E30-D38C1E2BE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820"/>
            <a:ext cx="10515600" cy="5196839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reduce the time complexity of spatiotemporal network K-function with a non-trivial approximation guarantee.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other road network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inverse distance weighting (Network 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DBSCAN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functionalities in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library.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QGIS plugin.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AA1D971-A7C2-2517-F73C-E949358E8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51891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5B8BB-4224-3790-E8FE-65F0C17CF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Give Up!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paper has been rejected eight times before.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SIGMOD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TKDE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SIGKDD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SIGKDD 2026 (Accepted with the Research Track </a:t>
                </a:r>
                <a:r>
                  <a:rPr lang="en-HK" altLang="zh-Hans-HK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Honorable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Mention Award)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Keep submitting it to the best venue if you believe that this is a good work.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  <a:blipFill>
                <a:blip r:embed="rId2"/>
                <a:stretch>
                  <a:fillRect l="-910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09C2B4-C448-5CA0-DF12-196FFBE77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0967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17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746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EARTH: Accelerating Spatiotemporal Network K-function-based Analytics</vt:lpstr>
      <vt:lpstr>Is a Hotspot a Hotspot?</vt:lpstr>
      <vt:lpstr>What is Network K-function?</vt:lpstr>
      <vt:lpstr>What is Network K-function Plot?</vt:lpstr>
      <vt:lpstr>Weakness of Network K-function</vt:lpstr>
      <vt:lpstr>Overview of Spatiotemporal Network K-function</vt:lpstr>
      <vt:lpstr>Spatiotemporal Network K-function Plot</vt:lpstr>
      <vt:lpstr>Spatiotemporal Network K-function is Slow!</vt:lpstr>
      <vt:lpstr>Our Contributions</vt:lpstr>
      <vt:lpstr>Core Idea of Our Methods: Mapping</vt:lpstr>
      <vt:lpstr>Edge Augmentation with Range-tree (EAR)</vt:lpstr>
      <vt:lpstr>Multi-Threshold Sharing (MTS)</vt:lpstr>
      <vt:lpstr>EARTH</vt:lpstr>
      <vt:lpstr>Experimental Evaluation</vt:lpstr>
      <vt:lpstr>Future Work</vt:lpstr>
      <vt:lpstr>Never Give Up!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2026-08-08T10:04:22Z</dcterms:created>
  <dcterms:modified xsi:type="dcterms:W3CDTF">2026-08-10T13:44:00Z</dcterms:modified>
</cp:coreProperties>
</file>