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82" r:id="rId15"/>
  </p:sldIdLst>
  <p:sldSz cx="12192000" cy="6858000"/>
  <p:notesSz cx="6858000" cy="9144000"/>
  <p:defaultTextStyle>
    <a:defPPr>
      <a:defRPr lang="zh-Hans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7B0D74-563A-4743-9178-E6EF98494CF7}" v="1" dt="2026-04-27T10:35:57.0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z Nam Chan" userId="d72bc0ce159372cc" providerId="LiveId" clId="{7EA772CB-F43F-45EA-8D4F-488304E9E5E6}"/>
    <pc:docChg chg="modSld">
      <pc:chgData name="Tsz Nam Chan" userId="d72bc0ce159372cc" providerId="LiveId" clId="{7EA772CB-F43F-45EA-8D4F-488304E9E5E6}" dt="2026-04-27T10:36:19.672" v="1" actId="1076"/>
      <pc:docMkLst>
        <pc:docMk/>
      </pc:docMkLst>
      <pc:sldChg chg="modSp mod">
        <pc:chgData name="Tsz Nam Chan" userId="d72bc0ce159372cc" providerId="LiveId" clId="{7EA772CB-F43F-45EA-8D4F-488304E9E5E6}" dt="2026-04-27T10:36:13.387" v="0" actId="1076"/>
        <pc:sldMkLst>
          <pc:docMk/>
          <pc:sldMk cId="3158116359" sldId="267"/>
        </pc:sldMkLst>
        <pc:spChg chg="mod">
          <ac:chgData name="Tsz Nam Chan" userId="d72bc0ce159372cc" providerId="LiveId" clId="{7EA772CB-F43F-45EA-8D4F-488304E9E5E6}" dt="2026-04-27T10:36:13.387" v="0" actId="1076"/>
          <ac:spMkLst>
            <pc:docMk/>
            <pc:sldMk cId="3158116359" sldId="267"/>
            <ac:spMk id="4" creationId="{0AE21E05-4035-6E32-006D-AA62C9367D97}"/>
          </ac:spMkLst>
        </pc:spChg>
      </pc:sldChg>
      <pc:sldChg chg="modSp mod">
        <pc:chgData name="Tsz Nam Chan" userId="d72bc0ce159372cc" providerId="LiveId" clId="{7EA772CB-F43F-45EA-8D4F-488304E9E5E6}" dt="2026-04-27T10:36:19.672" v="1" actId="1076"/>
        <pc:sldMkLst>
          <pc:docMk/>
          <pc:sldMk cId="4215093270" sldId="268"/>
        </pc:sldMkLst>
        <pc:spChg chg="mod">
          <ac:chgData name="Tsz Nam Chan" userId="d72bc0ce159372cc" providerId="LiveId" clId="{7EA772CB-F43F-45EA-8D4F-488304E9E5E6}" dt="2026-04-27T10:36:19.672" v="1" actId="1076"/>
          <ac:spMkLst>
            <pc:docMk/>
            <pc:sldMk cId="4215093270" sldId="268"/>
            <ac:spMk id="3" creationId="{AB403D7E-5A7A-60BF-B336-BEB1B4038D0B}"/>
          </ac:spMkLst>
        </pc:spChg>
      </pc:sldChg>
    </pc:docChg>
  </pc:docChgLst>
  <pc:docChgLst>
    <pc:chgData name="Tsz Nam Chan" userId="d72bc0ce159372cc" providerId="LiveId" clId="{D0A54EB6-4CA2-42C5-ABC6-C64AAD2F7BCD}"/>
    <pc:docChg chg="undo custSel addSld delSld modSld">
      <pc:chgData name="Tsz Nam Chan" userId="d72bc0ce159372cc" providerId="LiveId" clId="{D0A54EB6-4CA2-42C5-ABC6-C64AAD2F7BCD}" dt="2026-04-25T07:26:04.697" v="1950" actId="20577"/>
      <pc:docMkLst>
        <pc:docMk/>
      </pc:docMkLst>
      <pc:sldChg chg="addSp modSp mod">
        <pc:chgData name="Tsz Nam Chan" userId="d72bc0ce159372cc" providerId="LiveId" clId="{D0A54EB6-4CA2-42C5-ABC6-C64AAD2F7BCD}" dt="2026-04-24T17:52:51.112" v="135" actId="1076"/>
        <pc:sldMkLst>
          <pc:docMk/>
          <pc:sldMk cId="1010116398" sldId="257"/>
        </pc:sldMkLst>
        <pc:spChg chg="mod">
          <ac:chgData name="Tsz Nam Chan" userId="d72bc0ce159372cc" providerId="LiveId" clId="{D0A54EB6-4CA2-42C5-ABC6-C64AAD2F7BCD}" dt="2026-04-24T17:47:43.643" v="1"/>
          <ac:spMkLst>
            <pc:docMk/>
            <pc:sldMk cId="1010116398" sldId="257"/>
            <ac:spMk id="2" creationId="{CEAA79EE-D72D-60E7-481B-052ED38225E6}"/>
          </ac:spMkLst>
        </pc:spChg>
        <pc:spChg chg="mod">
          <ac:chgData name="Tsz Nam Chan" userId="d72bc0ce159372cc" providerId="LiveId" clId="{D0A54EB6-4CA2-42C5-ABC6-C64AAD2F7BCD}" dt="2026-04-24T17:51:45.789" v="130" actId="20577"/>
          <ac:spMkLst>
            <pc:docMk/>
            <pc:sldMk cId="1010116398" sldId="257"/>
            <ac:spMk id="4" creationId="{98F43267-6084-E011-8D60-BAF0DF6D55A8}"/>
          </ac:spMkLst>
        </pc:spChg>
        <pc:picChg chg="mod">
          <ac:chgData name="Tsz Nam Chan" userId="d72bc0ce159372cc" providerId="LiveId" clId="{D0A54EB6-4CA2-42C5-ABC6-C64AAD2F7BCD}" dt="2026-04-24T17:52:11.040" v="133" actId="1076"/>
          <ac:picMkLst>
            <pc:docMk/>
            <pc:sldMk cId="1010116398" sldId="257"/>
            <ac:picMk id="5" creationId="{7D06E30C-69F5-E6B6-E5E1-F5A987C0CC73}"/>
          </ac:picMkLst>
        </pc:picChg>
        <pc:picChg chg="add mod">
          <ac:chgData name="Tsz Nam Chan" userId="d72bc0ce159372cc" providerId="LiveId" clId="{D0A54EB6-4CA2-42C5-ABC6-C64AAD2F7BCD}" dt="2026-04-24T17:52:51.112" v="135" actId="1076"/>
          <ac:picMkLst>
            <pc:docMk/>
            <pc:sldMk cId="1010116398" sldId="257"/>
            <ac:picMk id="6" creationId="{30FDC900-3F81-80DD-7742-A8962175219D}"/>
          </ac:picMkLst>
        </pc:picChg>
        <pc:picChg chg="mod">
          <ac:chgData name="Tsz Nam Chan" userId="d72bc0ce159372cc" providerId="LiveId" clId="{D0A54EB6-4CA2-42C5-ABC6-C64AAD2F7BCD}" dt="2026-04-24T17:52:01.490" v="132" actId="1076"/>
          <ac:picMkLst>
            <pc:docMk/>
            <pc:sldMk cId="1010116398" sldId="257"/>
            <ac:picMk id="7" creationId="{F3EC2662-070F-AA11-2942-BDDB55F14924}"/>
          </ac:picMkLst>
        </pc:picChg>
      </pc:sldChg>
      <pc:sldChg chg="addSp delSp modSp new mod">
        <pc:chgData name="Tsz Nam Chan" userId="d72bc0ce159372cc" providerId="LiveId" clId="{D0A54EB6-4CA2-42C5-ABC6-C64AAD2F7BCD}" dt="2026-04-25T07:03:44.750" v="1068" actId="1035"/>
        <pc:sldMkLst>
          <pc:docMk/>
          <pc:sldMk cId="41076181" sldId="258"/>
        </pc:sldMkLst>
        <pc:spChg chg="mod">
          <ac:chgData name="Tsz Nam Chan" userId="d72bc0ce159372cc" providerId="LiveId" clId="{D0A54EB6-4CA2-42C5-ABC6-C64AAD2F7BCD}" dt="2026-04-25T07:03:38.979" v="1061" actId="1035"/>
          <ac:spMkLst>
            <pc:docMk/>
            <pc:sldMk cId="41076181" sldId="258"/>
            <ac:spMk id="2" creationId="{63BA41DD-AD59-C765-627E-BF565297B169}"/>
          </ac:spMkLst>
        </pc:spChg>
        <pc:spChg chg="add mod">
          <ac:chgData name="Tsz Nam Chan" userId="d72bc0ce159372cc" providerId="LiveId" clId="{D0A54EB6-4CA2-42C5-ABC6-C64AAD2F7BCD}" dt="2026-04-25T07:03:22.234" v="1056" actId="1035"/>
          <ac:spMkLst>
            <pc:docMk/>
            <pc:sldMk cId="41076181" sldId="258"/>
            <ac:spMk id="6" creationId="{2EA0FEFC-0D2E-1E85-63C7-5F04F982DCD5}"/>
          </ac:spMkLst>
        </pc:spChg>
        <pc:spChg chg="add mod">
          <ac:chgData name="Tsz Nam Chan" userId="d72bc0ce159372cc" providerId="LiveId" clId="{D0A54EB6-4CA2-42C5-ABC6-C64AAD2F7BCD}" dt="2026-04-25T07:03:22.234" v="1056" actId="1035"/>
          <ac:spMkLst>
            <pc:docMk/>
            <pc:sldMk cId="41076181" sldId="258"/>
            <ac:spMk id="8" creationId="{DF14121E-EF62-DCD8-EEBC-B7685B80A9EA}"/>
          </ac:spMkLst>
        </pc:spChg>
        <pc:graphicFrameChg chg="add mod modGraphic">
          <ac:chgData name="Tsz Nam Chan" userId="d72bc0ce159372cc" providerId="LiveId" clId="{D0A54EB6-4CA2-42C5-ABC6-C64AAD2F7BCD}" dt="2026-04-25T07:03:44.750" v="1068" actId="1035"/>
          <ac:graphicFrameMkLst>
            <pc:docMk/>
            <pc:sldMk cId="41076181" sldId="258"/>
            <ac:graphicFrameMk id="10" creationId="{D4E7F638-1550-CC2C-2CDD-8B2D0F62B0E8}"/>
          </ac:graphicFrameMkLst>
        </pc:graphicFrameChg>
        <pc:picChg chg="add mod">
          <ac:chgData name="Tsz Nam Chan" userId="d72bc0ce159372cc" providerId="LiveId" clId="{D0A54EB6-4CA2-42C5-ABC6-C64AAD2F7BCD}" dt="2026-04-25T07:03:32.557" v="1057" actId="1076"/>
          <ac:picMkLst>
            <pc:docMk/>
            <pc:sldMk cId="41076181" sldId="258"/>
            <ac:picMk id="5" creationId="{410A5470-2F28-09DA-03D9-253700C78E4C}"/>
          </ac:picMkLst>
        </pc:picChg>
      </pc:sldChg>
      <pc:sldChg chg="addSp modSp new mod">
        <pc:chgData name="Tsz Nam Chan" userId="d72bc0ce159372cc" providerId="LiveId" clId="{D0A54EB6-4CA2-42C5-ABC6-C64AAD2F7BCD}" dt="2026-04-25T03:02:41.965" v="804" actId="1035"/>
        <pc:sldMkLst>
          <pc:docMk/>
          <pc:sldMk cId="2692653722" sldId="259"/>
        </pc:sldMkLst>
        <pc:spChg chg="mod">
          <ac:chgData name="Tsz Nam Chan" userId="d72bc0ce159372cc" providerId="LiveId" clId="{D0A54EB6-4CA2-42C5-ABC6-C64AAD2F7BCD}" dt="2026-04-25T02:59:01.481" v="726" actId="1076"/>
          <ac:spMkLst>
            <pc:docMk/>
            <pc:sldMk cId="2692653722" sldId="259"/>
            <ac:spMk id="2" creationId="{FEEAB5C6-138E-D387-2573-571D73A84D13}"/>
          </ac:spMkLst>
        </pc:spChg>
        <pc:spChg chg="mod">
          <ac:chgData name="Tsz Nam Chan" userId="d72bc0ce159372cc" providerId="LiveId" clId="{D0A54EB6-4CA2-42C5-ABC6-C64AAD2F7BCD}" dt="2026-04-25T03:02:41.965" v="804" actId="1035"/>
          <ac:spMkLst>
            <pc:docMk/>
            <pc:sldMk cId="2692653722" sldId="259"/>
            <ac:spMk id="3" creationId="{A5C9255F-4CFA-9970-A700-EE2DFB43EC80}"/>
          </ac:spMkLst>
        </pc:spChg>
        <pc:picChg chg="add mod">
          <ac:chgData name="Tsz Nam Chan" userId="d72bc0ce159372cc" providerId="LiveId" clId="{D0A54EB6-4CA2-42C5-ABC6-C64AAD2F7BCD}" dt="2026-04-25T03:02:15.842" v="764" actId="1076"/>
          <ac:picMkLst>
            <pc:docMk/>
            <pc:sldMk cId="2692653722" sldId="259"/>
            <ac:picMk id="5" creationId="{59EFECAB-8EC3-C2A7-7777-319AED35AEA1}"/>
          </ac:picMkLst>
        </pc:picChg>
      </pc:sldChg>
      <pc:sldChg chg="addSp modSp new mod">
        <pc:chgData name="Tsz Nam Chan" userId="d72bc0ce159372cc" providerId="LiveId" clId="{D0A54EB6-4CA2-42C5-ABC6-C64AAD2F7BCD}" dt="2026-04-25T07:09:36.647" v="1318" actId="14100"/>
        <pc:sldMkLst>
          <pc:docMk/>
          <pc:sldMk cId="1974000336" sldId="260"/>
        </pc:sldMkLst>
        <pc:spChg chg="mod">
          <ac:chgData name="Tsz Nam Chan" userId="d72bc0ce159372cc" providerId="LiveId" clId="{D0A54EB6-4CA2-42C5-ABC6-C64AAD2F7BCD}" dt="2026-04-25T07:05:25.244" v="1164" actId="122"/>
          <ac:spMkLst>
            <pc:docMk/>
            <pc:sldMk cId="1974000336" sldId="260"/>
            <ac:spMk id="2" creationId="{894E3193-ADCB-4A39-F34B-9A0CDBEA0B04}"/>
          </ac:spMkLst>
        </pc:spChg>
        <pc:spChg chg="mod">
          <ac:chgData name="Tsz Nam Chan" userId="d72bc0ce159372cc" providerId="LiveId" clId="{D0A54EB6-4CA2-42C5-ABC6-C64AAD2F7BCD}" dt="2026-04-25T07:09:29.584" v="1317" actId="1076"/>
          <ac:spMkLst>
            <pc:docMk/>
            <pc:sldMk cId="1974000336" sldId="260"/>
            <ac:spMk id="3" creationId="{BF2D994E-FF20-60AD-0422-B6B08BDBD7FF}"/>
          </ac:spMkLst>
        </pc:spChg>
        <pc:picChg chg="add mod">
          <ac:chgData name="Tsz Nam Chan" userId="d72bc0ce159372cc" providerId="LiveId" clId="{D0A54EB6-4CA2-42C5-ABC6-C64AAD2F7BCD}" dt="2026-04-25T07:09:36.647" v="1318" actId="14100"/>
          <ac:picMkLst>
            <pc:docMk/>
            <pc:sldMk cId="1974000336" sldId="260"/>
            <ac:picMk id="5" creationId="{7F165131-BC90-11B7-E18D-91E3450608D4}"/>
          </ac:picMkLst>
        </pc:picChg>
      </pc:sldChg>
      <pc:sldChg chg="modSp new mod">
        <pc:chgData name="Tsz Nam Chan" userId="d72bc0ce159372cc" providerId="LiveId" clId="{D0A54EB6-4CA2-42C5-ABC6-C64AAD2F7BCD}" dt="2026-04-25T07:17:53.521" v="1708" actId="20577"/>
        <pc:sldMkLst>
          <pc:docMk/>
          <pc:sldMk cId="1903267877" sldId="261"/>
        </pc:sldMkLst>
        <pc:spChg chg="mod">
          <ac:chgData name="Tsz Nam Chan" userId="d72bc0ce159372cc" providerId="LiveId" clId="{D0A54EB6-4CA2-42C5-ABC6-C64AAD2F7BCD}" dt="2026-04-25T07:11:30.885" v="1362" actId="20577"/>
          <ac:spMkLst>
            <pc:docMk/>
            <pc:sldMk cId="1903267877" sldId="261"/>
            <ac:spMk id="2" creationId="{38C2424C-25D4-8239-1566-5AD51F514C68}"/>
          </ac:spMkLst>
        </pc:spChg>
        <pc:spChg chg="mod">
          <ac:chgData name="Tsz Nam Chan" userId="d72bc0ce159372cc" providerId="LiveId" clId="{D0A54EB6-4CA2-42C5-ABC6-C64AAD2F7BCD}" dt="2026-04-25T07:17:53.521" v="1708" actId="20577"/>
          <ac:spMkLst>
            <pc:docMk/>
            <pc:sldMk cId="1903267877" sldId="261"/>
            <ac:spMk id="3" creationId="{00B08C28-1383-3C2F-A11D-ADEE2B787F5E}"/>
          </ac:spMkLst>
        </pc:spChg>
      </pc:sldChg>
      <pc:sldChg chg="addSp modSp new mod">
        <pc:chgData name="Tsz Nam Chan" userId="d72bc0ce159372cc" providerId="LiveId" clId="{D0A54EB6-4CA2-42C5-ABC6-C64AAD2F7BCD}" dt="2026-04-25T07:25:17.577" v="1930"/>
        <pc:sldMkLst>
          <pc:docMk/>
          <pc:sldMk cId="1969061271" sldId="262"/>
        </pc:sldMkLst>
        <pc:spChg chg="mod">
          <ac:chgData name="Tsz Nam Chan" userId="d72bc0ce159372cc" providerId="LiveId" clId="{D0A54EB6-4CA2-42C5-ABC6-C64AAD2F7BCD}" dt="2026-04-25T07:18:16.847" v="1711" actId="122"/>
          <ac:spMkLst>
            <pc:docMk/>
            <pc:sldMk cId="1969061271" sldId="262"/>
            <ac:spMk id="2" creationId="{3A3F91FE-428C-C25A-75E3-D41F8A218789}"/>
          </ac:spMkLst>
        </pc:spChg>
        <pc:spChg chg="mod">
          <ac:chgData name="Tsz Nam Chan" userId="d72bc0ce159372cc" providerId="LiveId" clId="{D0A54EB6-4CA2-42C5-ABC6-C64AAD2F7BCD}" dt="2026-04-25T07:25:17.577" v="1930"/>
          <ac:spMkLst>
            <pc:docMk/>
            <pc:sldMk cId="1969061271" sldId="262"/>
            <ac:spMk id="3" creationId="{6E56CBC4-6A31-0C5E-E88D-FE3215C317AB}"/>
          </ac:spMkLst>
        </pc:spChg>
        <pc:spChg chg="add mod">
          <ac:chgData name="Tsz Nam Chan" userId="d72bc0ce159372cc" providerId="LiveId" clId="{D0A54EB6-4CA2-42C5-ABC6-C64AAD2F7BCD}" dt="2026-04-25T07:23:02.634" v="1839" actId="1076"/>
          <ac:spMkLst>
            <pc:docMk/>
            <pc:sldMk cId="1969061271" sldId="262"/>
            <ac:spMk id="5" creationId="{6F341B0A-3057-211D-426B-F4B4F39E2F3C}"/>
          </ac:spMkLst>
        </pc:spChg>
        <pc:spChg chg="add mod">
          <ac:chgData name="Tsz Nam Chan" userId="d72bc0ce159372cc" providerId="LiveId" clId="{D0A54EB6-4CA2-42C5-ABC6-C64AAD2F7BCD}" dt="2026-04-25T07:23:58.421" v="1852" actId="1076"/>
          <ac:spMkLst>
            <pc:docMk/>
            <pc:sldMk cId="1969061271" sldId="262"/>
            <ac:spMk id="7" creationId="{3FE49B2A-2209-31D0-EA46-1DD3BEE047A9}"/>
          </ac:spMkLst>
        </pc:spChg>
        <pc:spChg chg="add mod">
          <ac:chgData name="Tsz Nam Chan" userId="d72bc0ce159372cc" providerId="LiveId" clId="{D0A54EB6-4CA2-42C5-ABC6-C64AAD2F7BCD}" dt="2026-04-25T07:23:47.987" v="1850" actId="1076"/>
          <ac:spMkLst>
            <pc:docMk/>
            <pc:sldMk cId="1969061271" sldId="262"/>
            <ac:spMk id="8" creationId="{3ACC807A-2D43-6BB8-682D-4830FE5DB1CA}"/>
          </ac:spMkLst>
        </pc:spChg>
      </pc:sldChg>
      <pc:sldChg chg="modSp new mod">
        <pc:chgData name="Tsz Nam Chan" userId="d72bc0ce159372cc" providerId="LiveId" clId="{D0A54EB6-4CA2-42C5-ABC6-C64AAD2F7BCD}" dt="2026-04-25T07:26:04.697" v="1950" actId="20577"/>
        <pc:sldMkLst>
          <pc:docMk/>
          <pc:sldMk cId="870192755" sldId="263"/>
        </pc:sldMkLst>
        <pc:spChg chg="mod">
          <ac:chgData name="Tsz Nam Chan" userId="d72bc0ce159372cc" providerId="LiveId" clId="{D0A54EB6-4CA2-42C5-ABC6-C64AAD2F7BCD}" dt="2026-04-25T07:26:04.697" v="1950" actId="20577"/>
          <ac:spMkLst>
            <pc:docMk/>
            <pc:sldMk cId="870192755" sldId="263"/>
            <ac:spMk id="2" creationId="{900404C6-9382-02B5-DA10-53619EB8348F}"/>
          </ac:spMkLst>
        </pc:spChg>
      </pc:sldChg>
      <pc:sldChg chg="del">
        <pc:chgData name="Tsz Nam Chan" userId="d72bc0ce159372cc" providerId="LiveId" clId="{D0A54EB6-4CA2-42C5-ABC6-C64AAD2F7BCD}" dt="2026-04-24T17:46:27.898" v="0" actId="47"/>
        <pc:sldMkLst>
          <pc:docMk/>
          <pc:sldMk cId="3277184418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ans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4E31A6-9336-4872-B963-AC75AAF5A368}" type="datetimeFigureOut">
              <a:rPr lang="zh-Hans-HK" altLang="en-US" smtClean="0"/>
              <a:t>29/4/2026</a:t>
            </a:fld>
            <a:endParaRPr lang="zh-Hans-HK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ans-HK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ans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E657F-3600-4BE2-8AA4-794177532FF9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193171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E657F-3600-4BE2-8AA4-794177532FF9}" type="slidenum">
              <a:rPr lang="zh-Hans-HK" altLang="en-US" smtClean="0"/>
              <a:t>10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971819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E657F-3600-4BE2-8AA4-794177532FF9}" type="slidenum">
              <a:rPr lang="zh-Hans-HK" altLang="en-US" smtClean="0"/>
              <a:t>11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102444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A11FF-54C9-793E-27FA-A4C42D8D4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DA1A3-DD89-9782-8661-23393DA5E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Hans-HK"/>
              <a:t>Click to edit Master subtitle style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57C5F-2137-F220-92BF-3FFDBFFCA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AD34F-8D88-470C-84AD-7ABB9EDB168E}" type="datetime1">
              <a:rPr lang="zh-Hans-HK" altLang="en-US" smtClean="0"/>
              <a:t>29/4/2026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04B05-011F-9390-CDC7-96F955B95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BF1C2-7259-D694-8CCE-CEA0B3B8B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715505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F67A8-F05A-5798-BD77-6C9B732B5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ADCA9-BF42-3FCE-5015-5F88105A9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53405-FA89-6FFE-4C79-19CE753EB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E4987-8759-4BC0-AF16-261773959FF8}" type="datetime1">
              <a:rPr lang="zh-Hans-HK" altLang="en-US" smtClean="0"/>
              <a:t>29/4/2026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F75D1-C949-1CAD-099F-A9610222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A736A-8583-48D7-7679-FCC2C0D99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584994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707AC-8DEC-3F1B-D144-64B29AED9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8AD90-60DD-23C9-4F7B-58D641FF5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AEE01-9C3B-28AA-4A19-798837CFB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9BBB-E748-4EB6-B6C0-90E79B862193}" type="datetime1">
              <a:rPr lang="zh-Hans-HK" altLang="en-US" smtClean="0"/>
              <a:t>29/4/2026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3826C-3B70-F6CA-4FD9-AAD3E7B7B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E2D81-C754-45D6-B467-717D1CC33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654533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19F2E-8864-C6C0-480E-CD6669185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77602-CC6E-0395-E57A-2FC939045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7A9F24-ED30-CA71-16BF-C4825187B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2F785-CE0A-B018-97B6-A82507CFF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F1A91-6A16-4DCC-851B-468DF9947CBA}" type="datetime1">
              <a:rPr lang="zh-Hans-HK" altLang="en-US" smtClean="0"/>
              <a:t>29/4/2026</a:t>
            </a:fld>
            <a:endParaRPr lang="zh-Hans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73139-3007-C1C0-31A0-42C0242E7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48A04-642B-9248-CA09-6D72F62FC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257849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4D127-63F7-B7C2-DE87-AD18F525D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0D5BD-7542-3813-53F1-FAABF7935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C498C6-88BD-98A5-761D-AD959B292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3CA60A-EE24-1FC9-AA28-EB901E2037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18A74A-47D1-0B36-08CB-4B676A99AC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EF6675-37D9-F7CE-A6E8-9A2F7AB91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37FB6-75E8-4D0A-BFF2-60EFD03568F5}" type="datetime1">
              <a:rPr lang="zh-Hans-HK" altLang="en-US" smtClean="0"/>
              <a:t>29/4/2026</a:t>
            </a:fld>
            <a:endParaRPr lang="zh-Hans-HK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A294A0-5B8A-C83F-146D-32A4C42FB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5CFA02-7136-F851-3F7F-715F73811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884923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BCCA7-9292-7214-2E8B-EFFF2ED56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533569-9C5E-0219-0692-A60E4D076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683FF-C808-4285-A2F1-39E0C3B1D445}" type="datetime1">
              <a:rPr lang="zh-Hans-HK" altLang="en-US" smtClean="0"/>
              <a:t>29/4/2026</a:t>
            </a:fld>
            <a:endParaRPr lang="zh-Hans-HK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C0C4F-2D2B-1CE9-B818-1F55570CC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367350-FD24-4940-B23C-18C0C31E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926009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0BCF1E-E08C-70C8-B877-94422B603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A3AC3-3550-49E5-9737-BE6A3571451D}" type="datetime1">
              <a:rPr lang="zh-Hans-HK" altLang="en-US" smtClean="0"/>
              <a:t>29/4/2026</a:t>
            </a:fld>
            <a:endParaRPr lang="zh-Hans-HK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4C2E5F-C043-6A8D-4653-5BDFB8699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D4BAE-B3CD-C88C-2FC0-1890854A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619222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7D3D-7844-33F3-F894-8E81D3A7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1B9DF-3590-3A8B-45C1-932752D94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D301B6-051E-950A-D753-5E0900430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7FC81-68A3-CCA1-4FC1-3690AFD36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DB06F-10EB-46D6-AFD2-EF944D717C18}" type="datetime1">
              <a:rPr lang="zh-Hans-HK" altLang="en-US" smtClean="0"/>
              <a:t>29/4/2026</a:t>
            </a:fld>
            <a:endParaRPr lang="zh-Hans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86942-4919-993E-BBD2-BEEDB71B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FAC28-6374-085F-A278-A42367B59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08433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D3EF5-25A6-1092-1B49-006C97589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626EA6-D5C9-6924-C7C0-C0346F85C6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ans-HK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A459E-756D-EDBA-003C-92EFEEAB51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8404B-09CA-0CE3-8272-DABE1B761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ABFB1-5093-4E5D-AE18-0543659C737B}" type="datetime1">
              <a:rPr lang="zh-Hans-HK" altLang="en-US" smtClean="0"/>
              <a:t>29/4/2026</a:t>
            </a:fld>
            <a:endParaRPr lang="zh-Hans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94B3D-AD9F-9F1E-AE14-BBB2ABB72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B7881-DDCE-CB1B-31EB-B351F6F6E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4196000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B5DFB-C3FA-F329-94A2-653130F07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865BC-0165-62FE-BE25-60D4DC2CB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F8EAB-29F5-2944-0445-E22C781B6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D50B8-550F-4A39-B2BE-F4C9139F190E}" type="datetime1">
              <a:rPr lang="zh-Hans-HK" altLang="en-US" smtClean="0"/>
              <a:t>29/4/2026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1C330-3A9A-9BC1-625D-4322102EC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B7096-6061-6665-42D3-8A814ABA9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749824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275260-9E88-A907-A449-C91E5EE9C7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26C03-6843-0EF6-14D2-404DD6946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CAE71-10CA-C8C4-5434-80273F70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39041-5D7F-468F-BA12-8FD6940B1F43}" type="datetime1">
              <a:rPr lang="zh-Hans-HK" altLang="en-US" smtClean="0"/>
              <a:t>29/4/2026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11F37-752B-866B-C6ED-4331F8937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3CD0D-6C8F-D958-743A-F95EAF99D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920099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E92720-D75C-9B00-4AE7-99FB4BB05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178D0-15E3-D101-764E-1E3B42C65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A976B-FEDF-E2EA-232D-1335C23C3E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07CC75-CC47-4485-8CB4-946FB8731832}" type="datetime1">
              <a:rPr lang="zh-Hans-HK" altLang="en-US" smtClean="0"/>
              <a:t>29/4/2026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AEC11-DF39-89FC-3DC3-9448EDB630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D9A52-83A8-DAB8-FB68-CA62749B9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DD808-523B-4CE5-9686-101986AC618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319727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ans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book/10.1007/978-981-95-4850-7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A79EE-D72D-60E7-481B-052ED3822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1" y="434228"/>
            <a:ext cx="12115799" cy="1407365"/>
          </a:xfrm>
        </p:spPr>
        <p:txBody>
          <a:bodyPr>
            <a:noAutofit/>
          </a:bodyPr>
          <a:lstStyle/>
          <a:p>
            <a:r>
              <a:rPr lang="en-US" altLang="zh-Hans-HK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PLAN: Fast and Approximate Gaussian Kernel Density Visualization in Road Networks</a:t>
            </a:r>
            <a:endParaRPr lang="zh-Hans-HK" alt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8F43267-6084-E011-8D60-BAF0DF6D5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1" y="2609850"/>
            <a:ext cx="12014199" cy="1638300"/>
          </a:xfrm>
        </p:spPr>
        <p:txBody>
          <a:bodyPr>
            <a:normAutofit/>
          </a:bodyPr>
          <a:lstStyle/>
          <a:p>
            <a:r>
              <a:rPr lang="en-US" altLang="zh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(Edison) Tsz Nam Chan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Hongwei Ye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Bojian Zhu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Leong Hou U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altLang="zh-HK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Dingming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Wu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Ruisheng Wang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Joshua Zhexue Huang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Shenzhen University   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Hong Kong Baptist University   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Macau </a:t>
            </a:r>
          </a:p>
        </p:txBody>
      </p:sp>
      <p:pic>
        <p:nvPicPr>
          <p:cNvPr id="5" name="Picture 2" descr="Hong Kong Baptist University – Say Yes To Breastfeeding">
            <a:extLst>
              <a:ext uri="{FF2B5EF4-FFF2-40B4-BE49-F238E27FC236}">
                <a16:creationId xmlns:a16="http://schemas.microsoft.com/office/drawing/2014/main" id="{7D06E30C-69F5-E6B6-E5E1-F5A987C0C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606" y="4248149"/>
            <a:ext cx="3610947" cy="1776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EC2662-070F-AA11-2942-BDDB55F14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467" y="4422072"/>
            <a:ext cx="1428949" cy="142894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90D26B-2218-DF29-10B6-B982FE78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F02A9-5B69-43F2-A623-9ECD00EE50B7}" type="slidenum">
              <a:rPr lang="zh-Hans-HK" altLang="en-US" smtClean="0"/>
              <a:t>1</a:t>
            </a:fld>
            <a:endParaRPr lang="zh-Hans-HK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FDC900-3F81-80DD-7742-A89621752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6743" y="4422072"/>
            <a:ext cx="1379797" cy="137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116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AB5C6-138E-D387-2573-571D73A84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34" y="320155"/>
            <a:ext cx="11992131" cy="1325563"/>
          </a:xfrm>
        </p:spPr>
        <p:txBody>
          <a:bodyPr>
            <a:normAutofit/>
          </a:bodyPr>
          <a:lstStyle/>
          <a:p>
            <a:r>
              <a:rPr lang="en-HK" altLang="zh-C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Network Kernel Density Visualization (NKDV) ?</a:t>
            </a:r>
            <a:endParaRPr lang="zh-CN" alt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9255F-4CFA-9970-A700-EE2DFB43E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78206"/>
            <a:ext cx="10515600" cy="1918628"/>
          </a:xfrm>
        </p:spPr>
        <p:txBody>
          <a:bodyPr>
            <a:normAutofit/>
          </a:bodyPr>
          <a:lstStyle/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representative applications:</a:t>
            </a:r>
          </a:p>
          <a:p>
            <a:pPr lvl="1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Traffic/Traffic accident hotspot detection</a:t>
            </a:r>
          </a:p>
          <a:p>
            <a:pPr lvl="1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Crime hotspot detection</a:t>
            </a:r>
          </a:p>
          <a:p>
            <a:pPr lvl="1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planning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EFECAB-8EC3-C2A7-7777-319AED35A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254" y="1465836"/>
            <a:ext cx="9221487" cy="360095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7BE9D-A941-1193-76C6-6ABD7456C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2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692653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A41DD-AD59-C765-627E-BF565297B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380" y="140299"/>
            <a:ext cx="11827239" cy="1325563"/>
          </a:xfrm>
        </p:spPr>
        <p:txBody>
          <a:bodyPr>
            <a:normAutofit/>
          </a:bodyPr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NKDV?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0A5470-2F28-09DA-03D9-253700C78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649" y="1375922"/>
            <a:ext cx="4906060" cy="39057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EA0FEFC-0D2E-1E85-63C7-5F04F982DC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89" y="1375922"/>
                <a:ext cx="7075357" cy="5032375"/>
              </a:xfrm>
            </p:spPr>
            <p:txBody>
              <a:bodyPr/>
              <a:lstStyle/>
              <a:p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location dataset </a:t>
                </a:r>
                <a14:m>
                  <m:oMath xmlns:m="http://schemas.openxmlformats.org/officeDocument/2006/math"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={</m:t>
                    </m:r>
                    <m:sSub>
                      <m:sSubPr>
                        <m:ctrlPr>
                          <a:rPr lang="en-HK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HK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HK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HK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HK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HK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a road network </a:t>
                </a:r>
                <a14:m>
                  <m:oMath xmlns:m="http://schemas.openxmlformats.org/officeDocument/2006/math"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need to </a:t>
                </a:r>
                <a:r>
                  <a:rPr lang="en-HK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color</a:t>
                </a:r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each </a:t>
                </a:r>
                <a:r>
                  <a:rPr lang="en-HK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lixel</a:t>
                </a:r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based on the network kernel density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ℱ</m:t>
                        </m:r>
                      </m:e>
                      <m:sub>
                        <m:r>
                          <a:rPr lang="en-HK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EA0FEFC-0D2E-1E85-63C7-5F04F982DC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89" y="1375922"/>
                <a:ext cx="7075357" cy="5032375"/>
              </a:xfrm>
              <a:blipFill>
                <a:blip r:embed="rId3"/>
                <a:stretch>
                  <a:fillRect l="-1552" t="-2182" r="-1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14121E-EF62-DCD8-EEBC-B7685B80A9EA}"/>
                  </a:ext>
                </a:extLst>
              </p:cNvPr>
              <p:cNvSpPr txBox="1"/>
              <p:nvPr/>
            </p:nvSpPr>
            <p:spPr>
              <a:xfrm>
                <a:off x="1586098" y="2979297"/>
                <a:ext cx="4057337" cy="12032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HK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</m:d>
                      <m:r>
                        <a:rPr lang="en-HK" altLang="zh-CN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HK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HK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HK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HK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sub>
                          </m:sSub>
                          <m:r>
                            <a:rPr lang="en-HK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HK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  <m:r>
                            <a:rPr lang="en-HK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HK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HK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14121E-EF62-DCD8-EEBC-B7685B80A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098" y="2979297"/>
                <a:ext cx="4057337" cy="12032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D4E7F638-1550-CC2C-2CDD-8B2D0F62B0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866473"/>
                  </p:ext>
                </p:extLst>
              </p:nvPr>
            </p:nvGraphicFramePr>
            <p:xfrm>
              <a:off x="74950" y="4161719"/>
              <a:ext cx="7075358" cy="24333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2577">
                      <a:extLst>
                        <a:ext uri="{9D8B030D-6E8A-4147-A177-3AD203B41FA5}">
                          <a16:colId xmlns:a16="http://schemas.microsoft.com/office/drawing/2014/main" val="2575530995"/>
                        </a:ext>
                      </a:extLst>
                    </a:gridCol>
                    <a:gridCol w="5182781">
                      <a:extLst>
                        <a:ext uri="{9D8B030D-6E8A-4147-A177-3AD203B41FA5}">
                          <a16:colId xmlns:a16="http://schemas.microsoft.com/office/drawing/2014/main" val="25850181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Kernel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Function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369992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Epanechnikov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zh-C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CN" sz="2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lang="en-US" altLang="zh-CN" sz="2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altLang="zh-CN" sz="2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sSup>
                                                <m:sSupPr>
                                                  <m:ctrlPr>
                                                    <a:rPr lang="en-US" altLang="zh-CN" sz="2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altLang="zh-CN" sz="2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altLang="zh-CN" sz="2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</m:den>
                                          </m:f>
                                          <m:sSup>
                                            <m:sSupPr>
                                              <m:ctrlPr>
                                                <a:rPr lang="en-US" altLang="zh-CN" sz="2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sz="2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altLang="zh-CN" sz="2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𝑑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𝐺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altLang="zh-CN" sz="2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altLang="zh-CN" sz="2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𝑞</m:t>
                                                  </m:r>
                                                  <m:r>
                                                    <a:rPr lang="en-US" altLang="zh-CN" sz="2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altLang="zh-CN" sz="2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𝑝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altLang="zh-CN" sz="2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altLang="zh-CN" sz="2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  </m:t>
                                          </m:r>
                                          <m:r>
                                            <m:rPr>
                                              <m:sty m:val="p"/>
                                              <m:brk m:alnAt="7"/>
                                            </m:rPr>
                                            <a:rPr lang="en-US" altLang="zh-CN" sz="22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2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f</m:t>
                                          </m:r>
                                          <m:r>
                                            <a:rPr lang="en-US" altLang="zh-CN" sz="22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𝐺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altLang="zh-CN" sz="2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𝑞</m:t>
                                              </m:r>
                                              <m:r>
                                                <a:rPr lang="en-US" altLang="zh-CN" sz="2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CN" sz="2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d>
                                          <m:r>
                                            <a:rPr lang="en-US" altLang="zh-CN" sz="2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a:rPr lang="en-US" altLang="zh-CN" sz="2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0  </m:t>
                                          </m:r>
                                          <m:r>
                                            <a:rPr lang="en-US" altLang="zh-CN" sz="22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                    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2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otherwise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7396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Gaussian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exp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en-US" altLang="zh-C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altLang="zh-C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altLang="zh-CN" sz="2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altLang="zh-C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𝐺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altLang="zh-CN" sz="2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2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𝑞</m:t>
                                            </m:r>
                                            <m:r>
                                              <a:rPr lang="en-US" altLang="zh-CN" sz="2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zh-CN" sz="2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CN" sz="2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3325446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D4E7F638-1550-CC2C-2CDD-8B2D0F62B0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866473"/>
                  </p:ext>
                </p:extLst>
              </p:nvPr>
            </p:nvGraphicFramePr>
            <p:xfrm>
              <a:off x="74950" y="4161719"/>
              <a:ext cx="7075358" cy="24333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2577">
                      <a:extLst>
                        <a:ext uri="{9D8B030D-6E8A-4147-A177-3AD203B41FA5}">
                          <a16:colId xmlns:a16="http://schemas.microsoft.com/office/drawing/2014/main" val="2575530995"/>
                        </a:ext>
                      </a:extLst>
                    </a:gridCol>
                    <a:gridCol w="5182781">
                      <a:extLst>
                        <a:ext uri="{9D8B030D-6E8A-4147-A177-3AD203B41FA5}">
                          <a16:colId xmlns:a16="http://schemas.microsoft.com/office/drawing/2014/main" val="258501817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Kernel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Function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36999294"/>
                      </a:ext>
                    </a:extLst>
                  </a:tr>
                  <a:tr h="11618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Epanechnikov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Hans-HK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6706" t="-39791" r="-353" b="-738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7396308"/>
                      </a:ext>
                    </a:extLst>
                  </a:tr>
                  <a:tr h="8448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Gaussian</a:t>
                          </a:r>
                          <a:endParaRPr lang="zh-CN" altLang="en-US" sz="22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Hans-HK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6706" t="-192086" r="-353" b="-1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325446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A2C778-37EA-3976-969D-3E065EF57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3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41076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E3193-ADCB-4A39-F34B-9A0CDBEA0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NKDV: Epanechnikov </a:t>
            </a:r>
            <a:r>
              <a:rPr lang="en-HK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v.s</a:t>
            </a:r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Gaussian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D994E-FF20-60AD-0422-B6B08BDBD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85668"/>
            <a:ext cx="10515600" cy="1845924"/>
          </a:xfrm>
        </p:spPr>
        <p:txBody>
          <a:bodyPr/>
          <a:lstStyle/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kernel can provide smoother visualization. </a:t>
            </a:r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</a:p>
          <a:p>
            <a:endParaRPr lang="en-HK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kernel is the default one in many software packages. </a:t>
            </a:r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65131-BC90-11B7-E18D-91E345060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985" y="1526805"/>
            <a:ext cx="9711148" cy="318010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508B7-5AEC-288D-F976-6C34A389F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4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974000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2424C-25D4-8239-1566-5AD51F514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 of Gaussian-based NKDV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08C28-1383-3C2F-A11D-ADEE2B787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Gaussian-based KDV is computationally expensive. </a:t>
            </a:r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</a:t>
            </a:r>
          </a:p>
          <a:p>
            <a:endParaRPr lang="en-HK" altLang="zh-C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Example (Chicago 311-call dataset):</a:t>
            </a:r>
          </a:p>
          <a:p>
            <a:pPr lvl="1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data points: 10.893 million</a:t>
            </a:r>
          </a:p>
          <a:p>
            <a:pPr lvl="1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</a:t>
            </a:r>
            <a:r>
              <a:rPr lang="en-HK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lixels</a:t>
            </a:r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(with 10m): 0.67 million</a:t>
            </a:r>
          </a:p>
          <a:p>
            <a:pPr lvl="1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operations: &gt; 7.298 trillion</a:t>
            </a:r>
          </a:p>
          <a:p>
            <a:endParaRPr lang="en-HK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feasible to generate multiple NKDVs. </a:t>
            </a:r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</a:t>
            </a:r>
            <a:endParaRPr lang="en-HK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4FFDE-8708-BE47-99B5-A9964A400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5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903267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F91FE-428C-C25A-75E3-D41F8A218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 of Gaussian-based NKDV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56CBC4-6A31-0C5E-E88D-FE3215C317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65675"/>
              </a:xfrm>
            </p:spPr>
            <p:txBody>
              <a:bodyPr/>
              <a:lstStyle/>
              <a:p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Cannot directly extend existing fast algorithms for Gaussian-based NKDV. </a:t>
                </a:r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</a:t>
                </a: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Does not have short-tail property in Gaussian kernel.</a:t>
                </a: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Cannot decompose the network kernel density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ℱ</m:t>
                        </m:r>
                      </m:e>
                      <m:sub>
                        <m:r>
                          <a:rPr lang="en-HK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en-HK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HK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.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56CBC4-6A31-0C5E-E88D-FE3215C317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65675"/>
              </a:xfrm>
              <a:blipFill>
                <a:blip r:embed="rId2"/>
                <a:stretch>
                  <a:fillRect l="-1043" t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341B0A-3057-211D-426B-F4B4F39E2F3C}"/>
                  </a:ext>
                </a:extLst>
              </p:cNvPr>
              <p:cNvSpPr txBox="1"/>
              <p:nvPr/>
            </p:nvSpPr>
            <p:spPr>
              <a:xfrm>
                <a:off x="1270000" y="2923801"/>
                <a:ext cx="5016500" cy="1271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𝐺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𝑞</m:t>
                                        </m:r>
                                        <m: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𝑝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f</m:t>
                                </m:r>
                                <m: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𝐺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𝑞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≤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0  </m:t>
                                </m:r>
                                <m: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              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341B0A-3057-211D-426B-F4B4F39E2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0" y="2923801"/>
                <a:ext cx="5016500" cy="1271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ans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E49B2A-2209-31D0-EA46-1DD3BEE047A9}"/>
                  </a:ext>
                </a:extLst>
              </p:cNvPr>
              <p:cNvSpPr txBox="1"/>
              <p:nvPr/>
            </p:nvSpPr>
            <p:spPr>
              <a:xfrm>
                <a:off x="7150100" y="3160352"/>
                <a:ext cx="3340100" cy="922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exp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⁡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brk m:alnAt="7"/>
                            </m:r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𝐺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E49B2A-2209-31D0-EA46-1DD3BEE04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0100" y="3160352"/>
                <a:ext cx="3340100" cy="922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ans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ACC807A-2D43-6BB8-682D-4830FE5DB1CA}"/>
              </a:ext>
            </a:extLst>
          </p:cNvPr>
          <p:cNvSpPr txBox="1"/>
          <p:nvPr/>
        </p:nvSpPr>
        <p:spPr>
          <a:xfrm>
            <a:off x="6096000" y="3359830"/>
            <a:ext cx="1346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HK" altLang="zh-CN" sz="28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v.s</a:t>
            </a:r>
            <a:r>
              <a:rPr lang="en-HK" altLang="zh-CN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6BE0B-9EF0-1FCB-2EC6-6B64AA3D4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6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969061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404C6-9382-02B5-DA10-53619EB83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Our Contributions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E1927-17B5-BBF4-315E-0DD0CBDBE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9974" y="4009499"/>
            <a:ext cx="12231974" cy="2287386"/>
          </a:xfrm>
        </p:spPr>
        <p:txBody>
          <a:bodyPr/>
          <a:lstStyle/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time complexity for generating NKDV with (1) a non-trivial approximation guarantee and (2) a slight overhead in terms of space complexity. </a:t>
            </a:r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</a:p>
          <a:p>
            <a:endParaRPr lang="en-HK" altLang="zh-C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Achieve 32.47x to 2936.88x speedups compared with SOTA.</a:t>
            </a:r>
          </a:p>
          <a:p>
            <a:endParaRPr lang="en-HK" altLang="zh-C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A92756-8E93-059D-C582-2E33BF5C1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64" y="1534218"/>
            <a:ext cx="11227633" cy="228738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057FB-9AFD-1A8B-9CF7-7F4558E40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7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870192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BAADB-D961-FEF4-A9CD-FAA2F83BE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514"/>
            <a:ext cx="10515600" cy="1325563"/>
          </a:xfrm>
        </p:spPr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Idea 1: Enable the Short Tail Property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4DF691-9422-44DD-30AA-1CC85DE2E3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561351"/>
                <a:ext cx="10515600" cy="1213135"/>
              </a:xfrm>
            </p:spPr>
            <p:txBody>
              <a:bodyPr>
                <a:normAutofit/>
              </a:bodyPr>
              <a:lstStyle/>
              <a:p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points that are too far away from </a:t>
                </a:r>
                <a14:m>
                  <m:oMath xmlns:m="http://schemas.openxmlformats.org/officeDocument/2006/math">
                    <m:r>
                      <a:rPr lang="en-HK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 discarded.</a:t>
                </a:r>
              </a:p>
              <a:p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4DF691-9422-44DD-30AA-1CC85DE2E3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561351"/>
                <a:ext cx="10515600" cy="1213135"/>
              </a:xfrm>
              <a:blipFill>
                <a:blip r:embed="rId2"/>
                <a:stretch>
                  <a:fillRect l="-1043" t="-85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B1861BD-67BA-C879-8881-EBB031876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28" y="1131759"/>
            <a:ext cx="10935144" cy="420474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179F6-9362-39C2-9523-F6A90818E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8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071129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EA13D-7F6F-3A8A-70D0-2F81E48F2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Idea 2: Function Approximation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76636C-815B-AD83-EF9B-E323EC0147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5580" y="1825625"/>
                <a:ext cx="5655610" cy="2356631"/>
              </a:xfrm>
            </p:spPr>
            <p:txBody>
              <a:bodyPr/>
              <a:lstStyle/>
              <a:p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upper bound function can approximate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ℱ</m:t>
                        </m:r>
                      </m:e>
                      <m:sub>
                        <m:r>
                          <a:rPr lang="en-HK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ℙ</m:t>
                        </m:r>
                      </m:sub>
                    </m:sSub>
                    <m:d>
                      <m:dPr>
                        <m:ctrlPr>
                          <a:rPr lang="en-HK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HK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76636C-815B-AD83-EF9B-E323EC0147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580" y="1825625"/>
                <a:ext cx="5655610" cy="2356631"/>
              </a:xfrm>
              <a:blipFill>
                <a:blip r:embed="rId2"/>
                <a:stretch>
                  <a:fillRect l="-1942" t="-4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0351E4F-D492-C3EA-39EC-F52828FA1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153" y="1825625"/>
            <a:ext cx="5356907" cy="35758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FC0104-C3A0-E857-5660-5F7573625BF4}"/>
                  </a:ext>
                </a:extLst>
              </p:cNvPr>
              <p:cNvSpPr txBox="1"/>
              <p:nvPr/>
            </p:nvSpPr>
            <p:spPr>
              <a:xfrm>
                <a:off x="393569" y="2655993"/>
                <a:ext cx="5876145" cy="2305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HK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n-HK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ℙ</m:t>
                          </m:r>
                        </m:sub>
                      </m:sSub>
                      <m:d>
                        <m:dPr>
                          <m:ctrlPr>
                            <a:rPr lang="en-HK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HK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</m:d>
                      <m:r>
                        <a:rPr lang="en-HK" altLang="zh-CN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HK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HK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HK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HK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ℙ</m:t>
                          </m:r>
                          <m:r>
                            <a:rPr lang="en-HK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HK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HK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HK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HK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ℙ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HK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HK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HK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HK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HK" altLang="zh-CN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HK" altLang="zh-CN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HK" altLang="zh-CN" sz="2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HK" altLang="zh-CN" sz="2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p>
                                          <m:r>
                                            <a:rPr lang="en-HK" altLang="zh-CN" sz="2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HK" altLang="zh-CN" sz="28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HK" altLang="zh-CN" sz="28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HK" altLang="zh-CN" sz="28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HK" altLang="zh-CN" sz="28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𝐺</m:t>
                                          </m:r>
                                        </m:sub>
                                      </m:sSub>
                                      <m:r>
                                        <a:rPr lang="en-HK" altLang="zh-CN" sz="28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HK" altLang="zh-CN" sz="28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HK" altLang="zh-CN" sz="28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HK" altLang="zh-CN" sz="28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HK" altLang="zh-CN" sz="28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HK" altLang="zh-CN" sz="28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nary>
                    </m:oMath>
                    <m:oMath xmlns:m="http://schemas.openxmlformats.org/officeDocument/2006/math">
                      <m:r>
                        <a:rPr lang="en-HK" altLang="zh-CN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≤</m:t>
                      </m:r>
                      <m:f>
                        <m:fPr>
                          <m:ctrlP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HK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ℙ</m:t>
                          </m:r>
                          <m: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HK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HK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ℙ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HK" altLang="zh-CN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HK" altLang="zh-CN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HK" altLang="zh-CN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HK" altLang="zh-CN" sz="2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HK" altLang="zh-CN" sz="2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HK" altLang="zh-CN" sz="2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sSup>
                                <m:sSupPr>
                                  <m:ctrlPr>
                                    <a:rPr lang="en-HK" altLang="zh-CN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HK" altLang="zh-CN" sz="28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CN" sz="28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HK" altLang="zh-CN" sz="28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𝐺</m:t>
                                      </m:r>
                                    </m:sub>
                                  </m:sSub>
                                  <m:r>
                                    <a:rPr lang="en-HK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HK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  <m:r>
                                    <a:rPr lang="en-HK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HK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  <m:r>
                                    <a:rPr lang="en-HK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HK" altLang="zh-CN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HK" altLang="zh-CN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HK" altLang="zh-CN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FC0104-C3A0-E857-5660-5F7573625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69" y="2655993"/>
                <a:ext cx="5876145" cy="23053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C3C727-0A72-A35C-88B8-42035F0FBAC1}"/>
                  </a:ext>
                </a:extLst>
              </p:cNvPr>
              <p:cNvSpPr txBox="1"/>
              <p:nvPr/>
            </p:nvSpPr>
            <p:spPr>
              <a:xfrm>
                <a:off x="553390" y="4905702"/>
                <a:ext cx="6282128" cy="7333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HK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ℙ</m:t>
                    </m:r>
                    <m:r>
                      <a:rPr lang="en-HK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HK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HK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HK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a:rPr lang="en-HK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en-HK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:ℓ≤</m:t>
                        </m:r>
                        <m:f>
                          <m:fPr>
                            <m:ctrlPr>
                              <a:rPr lang="en-HK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HK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HK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HK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HK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sSup>
                          <m:sSupPr>
                            <m:ctrlPr>
                              <a:rPr lang="en-HK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HK" altLang="zh-CN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altLang="zh-CN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HK" altLang="zh-CN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𝐺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HK" altLang="zh-CN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HK" altLang="zh-CN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  <m:r>
                                  <a:rPr lang="en-HK" altLang="zh-CN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HK" altLang="zh-CN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e>
                            </m:d>
                          </m:e>
                          <m:sup>
                            <m:r>
                              <a:rPr lang="en-HK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HK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lang="en-HK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C3C727-0A72-A35C-88B8-42035F0FB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90" y="4905702"/>
                <a:ext cx="6282128" cy="733342"/>
              </a:xfrm>
              <a:prstGeom prst="rect">
                <a:avLst/>
              </a:prstGeom>
              <a:blipFill>
                <a:blip r:embed="rId5"/>
                <a:stretch>
                  <a:fillRect l="-2039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63FAE-28E1-07BC-C2CE-3329F1241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9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63735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831DD-16B7-ADC0-26B6-71D5EC649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PLAN: Approximate the Network Kernel Density Function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097257-DCFF-871A-6268-8B27C51E60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4637" y="1780655"/>
                <a:ext cx="6730583" cy="5159791"/>
              </a:xfrm>
            </p:spPr>
            <p:txBody>
              <a:bodyPr>
                <a:normAutofit/>
              </a:bodyPr>
              <a:lstStyle/>
              <a:p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HK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approximate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ℱ</m:t>
                        </m:r>
                      </m:e>
                      <m:sub>
                        <m:r>
                          <a:rPr lang="en-HK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en-HK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HK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 achieve </a:t>
                </a:r>
                <a14:m>
                  <m:oMath xmlns:m="http://schemas.openxmlformats.org/officeDocument/2006/math">
                    <m:r>
                      <a:rPr lang="zh-CN" altLang="en-HK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-absolute error guarantee. </a:t>
                </a:r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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097257-DCFF-871A-6268-8B27C51E60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4637" y="1780655"/>
                <a:ext cx="6730583" cy="5159791"/>
              </a:xfrm>
              <a:blipFill>
                <a:blip r:embed="rId3"/>
                <a:stretch>
                  <a:fillRect l="-1630" t="-2007" b="-16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8C54315-7768-C9E3-0432-07410BE62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0234" y="1780655"/>
            <a:ext cx="5290841" cy="34203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8F10ED-1458-45C0-0B79-61707E2D8AB0}"/>
                  </a:ext>
                </a:extLst>
              </p:cNvPr>
              <p:cNvSpPr txBox="1"/>
              <p:nvPr/>
            </p:nvSpPr>
            <p:spPr>
              <a:xfrm>
                <a:off x="484682" y="2275224"/>
                <a:ext cx="5971083" cy="1212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HK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</m:d>
                      <m:r>
                        <a:rPr lang="en-HK" altLang="zh-CN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HK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HK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HK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  <m:sup/>
                        <m:e>
                          <m:r>
                            <a:rPr lang="en-HK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𝑃𝐿</m:t>
                          </m:r>
                          <m:d>
                            <m:dPr>
                              <m:ctrlPr>
                                <a:rPr lang="en-HK" altLang="zh-CN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HK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HK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HK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HK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HK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sSup>
                                <m:sSupPr>
                                  <m:ctrlPr>
                                    <a:rPr lang="en-HK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HK" altLang="zh-CN" sz="28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CN" sz="28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HK" altLang="zh-CN" sz="28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𝐺</m:t>
                                      </m:r>
                                    </m:sub>
                                  </m:sSub>
                                  <m:r>
                                    <a:rPr lang="en-HK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HK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  <m:r>
                                    <a:rPr lang="en-HK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HK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  <m:r>
                                    <a:rPr lang="en-HK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HK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8F10ED-1458-45C0-0B79-61707E2D8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82" y="2275224"/>
                <a:ext cx="5971083" cy="12125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132DB54-F418-4168-17C8-7FCFC2FC4289}"/>
              </a:ext>
            </a:extLst>
          </p:cNvPr>
          <p:cNvSpPr txBox="1"/>
          <p:nvPr/>
        </p:nvSpPr>
        <p:spPr>
          <a:xfrm>
            <a:off x="748260" y="3384029"/>
            <a:ext cx="11554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B44094-8FFB-0E69-E4FB-6E7B0E1DC2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260" y="3790731"/>
            <a:ext cx="6137128" cy="265717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86BE1-E3F2-9183-0854-64BAF1F48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10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15373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4AFE5-A532-2F2A-6FF5-8A4303665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PLAN: Efficient Computation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DCE2B0-21BD-5F8A-4F50-94C0360321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5788" y="1825625"/>
                <a:ext cx="6505732" cy="2851306"/>
              </a:xfrm>
            </p:spPr>
            <p:txBody>
              <a:bodyPr/>
              <a:lstStyle/>
              <a:p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Similar to ADA [a].</a:t>
                </a:r>
              </a:p>
              <a:p>
                <a:pPr lvl="1"/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Perform augmentation for each data point.</a:t>
                </a:r>
              </a:p>
              <a:p>
                <a:pPr lvl="1"/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Adopt the binary search method.</a:t>
                </a: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 difference</a:t>
                </a:r>
              </a:p>
              <a:p>
                <a:pPr lvl="1"/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Adopt the binary search method </a:t>
                </a:r>
                <a14:m>
                  <m:oMath xmlns:m="http://schemas.openxmlformats.org/officeDocument/2006/math"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DCE2B0-21BD-5F8A-4F50-94C0360321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5788" y="1825625"/>
                <a:ext cx="6505732" cy="2851306"/>
              </a:xfrm>
              <a:blipFill>
                <a:blip r:embed="rId3"/>
                <a:stretch>
                  <a:fillRect l="-1687" t="-3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B789309-F39D-5292-9D76-02B7F8D734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520" y="1690688"/>
            <a:ext cx="5134692" cy="35437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37ACFA-3795-D7EC-66E6-78A760EEA23B}"/>
              </a:ext>
            </a:extLst>
          </p:cNvPr>
          <p:cNvSpPr txBox="1"/>
          <p:nvPr/>
        </p:nvSpPr>
        <p:spPr>
          <a:xfrm>
            <a:off x="2500" y="6077376"/>
            <a:ext cx="121895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[a] T. N. Chan, Z. Li, L. H. U, J. Xu, and R. Cheng, “Fast augmentation algorithms for network kernel density visualization,” </a:t>
            </a:r>
            <a:r>
              <a:rPr lang="en-US" altLang="zh-CN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VLDB Endow.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14, no. 9, pp. 1503–1516, 2021.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57B201-CAC4-A226-3172-319B90CB93E3}"/>
              </a:ext>
            </a:extLst>
          </p:cNvPr>
          <p:cNvSpPr txBox="1"/>
          <p:nvPr/>
        </p:nvSpPr>
        <p:spPr>
          <a:xfrm>
            <a:off x="778240" y="4911317"/>
            <a:ext cx="57086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 to our paper for details.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D0DF85-3E7D-1C47-C878-728584B2644E}"/>
              </a:ext>
            </a:extLst>
          </p:cNvPr>
          <p:cNvSpPr/>
          <p:nvPr/>
        </p:nvSpPr>
        <p:spPr>
          <a:xfrm>
            <a:off x="644578" y="4811867"/>
            <a:ext cx="5842316" cy="959345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21E05-4035-6E32-006D-AA62C9367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905DD808-523B-4CE5-9686-101986AC6182}" type="slidenum">
              <a:rPr lang="zh-Hans-HK" altLang="en-US" smtClean="0"/>
              <a:t>11</a:t>
            </a:fld>
            <a:endParaRPr lang="zh-Hans-HK" altLang="en-US" dirty="0"/>
          </a:p>
        </p:txBody>
      </p:sp>
    </p:spTree>
    <p:extLst>
      <p:ext uri="{BB962C8B-B14F-4D97-AF65-F5344CB8AC3E}">
        <p14:creationId xmlns:p14="http://schemas.microsoft.com/office/powerpoint/2010/main" val="3158116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DE87C0-5072-107E-D251-601E65789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806" y="2706067"/>
            <a:ext cx="8940383" cy="21753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B795B0-BB2C-B65A-63BC-50522273C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970"/>
            <a:ext cx="10515600" cy="1325563"/>
          </a:xfrm>
        </p:spPr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Evaluation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FB6FB1-C2AF-22A5-8294-45BA2634B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084" y="1250613"/>
            <a:ext cx="5877829" cy="14873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8E4680-3011-1534-B534-74D99296F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812" y="4804946"/>
            <a:ext cx="10217377" cy="202307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403D7E-5A7A-60BF-B336-BEB1B4038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905DD808-523B-4CE5-9686-101986AC6182}" type="slidenum">
              <a:rPr lang="zh-Hans-HK" altLang="en-US" smtClean="0"/>
              <a:t>12</a:t>
            </a:fld>
            <a:endParaRPr lang="zh-Hans-HK" altLang="en-US" dirty="0"/>
          </a:p>
        </p:txBody>
      </p:sp>
    </p:spTree>
    <p:extLst>
      <p:ext uri="{BB962C8B-B14F-4D97-AF65-F5344CB8AC3E}">
        <p14:creationId xmlns:p14="http://schemas.microsoft.com/office/powerpoint/2010/main" val="4215093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B519F-3905-4D99-518A-B582B24E4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Opportunities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082D2-3675-8339-CBD6-608E912FF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4187" cy="4351338"/>
          </a:xfrm>
        </p:spPr>
        <p:txBody>
          <a:bodyPr/>
          <a:lstStyle/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PLAN into the QGIS plugin, called Fast Density Analysis.</a:t>
            </a:r>
          </a:p>
          <a:p>
            <a:endParaRPr lang="en-HK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NKDV with adaptive bandwidth.</a:t>
            </a:r>
          </a:p>
          <a:p>
            <a:endParaRPr lang="en-HK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 parallel/distributed/hardware-based approaches to improve the efficiency of NKDV.</a:t>
            </a:r>
          </a:p>
          <a:p>
            <a:endParaRPr lang="en-HK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other inefficient road network analysis tasks, e.g., network Moran’s I, network K-function, and network DBSCAN.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C33EF-F7A1-6D2C-B895-028CAB35A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13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097443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EA333-C584-9BC1-3A75-3E12A565F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990"/>
            <a:ext cx="10515600" cy="1325563"/>
          </a:xfrm>
        </p:spPr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New Book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98709-33A9-3C0E-7FA3-496010ED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884E4B5-CAA5-1482-38A7-7ADD0B66F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514" y="1360735"/>
            <a:ext cx="7121662" cy="47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733C19-1368-C8B4-2313-190F40368CC2}"/>
              </a:ext>
            </a:extLst>
          </p:cNvPr>
          <p:cNvSpPr txBox="1"/>
          <p:nvPr/>
        </p:nvSpPr>
        <p:spPr>
          <a:xfrm>
            <a:off x="2265931" y="6108509"/>
            <a:ext cx="7547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https://link.springer.com/book/10.1007/978-981-95-4850-7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184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1340</TotalTime>
  <Words>557</Words>
  <Application>Microsoft Office PowerPoint</Application>
  <PresentationFormat>Widescreen</PresentationFormat>
  <Paragraphs>102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Times New Roman</vt:lpstr>
      <vt:lpstr>Office Theme</vt:lpstr>
      <vt:lpstr>PLAN: Fast and Approximate Gaussian Kernel Density Visualization in Road Networks</vt:lpstr>
      <vt:lpstr>Why Network Kernel Density Visualization (NKDV) ?</vt:lpstr>
      <vt:lpstr>What is NKDV?</vt:lpstr>
      <vt:lpstr>NKDV: Epanechnikov v.s. Gaussian</vt:lpstr>
      <vt:lpstr>Weakness of Gaussian-based NKDV</vt:lpstr>
      <vt:lpstr>Weakness of Gaussian-based NKDV</vt:lpstr>
      <vt:lpstr>Our Contributions</vt:lpstr>
      <vt:lpstr>Core Idea 1: Enable the Short Tail Property</vt:lpstr>
      <vt:lpstr>Core Idea 2: Function Approximation</vt:lpstr>
      <vt:lpstr>PLAN: Approximate the Network Kernel Density Function</vt:lpstr>
      <vt:lpstr>PLAN: Efficient Computation</vt:lpstr>
      <vt:lpstr>Experimental Evaluation</vt:lpstr>
      <vt:lpstr>Future Opportunities</vt:lpstr>
      <vt:lpstr>Our New Book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Tsz Nam Chan</dc:creator>
  <cp:lastModifiedBy>Tsz Nam Chan</cp:lastModifiedBy>
  <cp:revision>6</cp:revision>
  <dcterms:created xsi:type="dcterms:W3CDTF">2026-04-23T06:25:07Z</dcterms:created>
  <dcterms:modified xsi:type="dcterms:W3CDTF">2026-04-29T10:54:12Z</dcterms:modified>
</cp:coreProperties>
</file>