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76" autoAdjust="0"/>
    <p:restoredTop sz="94660"/>
  </p:normalViewPr>
  <p:slideViewPr>
    <p:cSldViewPr snapToGrid="0">
      <p:cViewPr>
        <p:scale>
          <a:sx n="50" d="100"/>
          <a:sy n="50" d="100"/>
        </p:scale>
        <p:origin x="1482" y="-6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en-US" altLang="zh-Hans-HK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US" altLang="zh-Hans-HK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D9FFE-75BA-4AC8-A882-5C58F81057B1}" type="datetimeFigureOut">
              <a:rPr lang="zh-Hans-HK" altLang="en-US" smtClean="0"/>
              <a:t>27/4/2026</a:t>
            </a:fld>
            <a:endParaRPr lang="zh-Hans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11EB-EA2F-4752-9D05-CB4A25B7FAF5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2771425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HK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D9FFE-75BA-4AC8-A882-5C58F81057B1}" type="datetimeFigureOut">
              <a:rPr lang="zh-Hans-HK" altLang="en-US" smtClean="0"/>
              <a:t>27/4/2026</a:t>
            </a:fld>
            <a:endParaRPr lang="zh-Hans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11EB-EA2F-4752-9D05-CB4A25B7FAF5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912800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en-US" altLang="zh-Hans-HK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>
                    <a:tint val="82000"/>
                  </a:schemeClr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82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82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Hans-HK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D9FFE-75BA-4AC8-A882-5C58F81057B1}" type="datetimeFigureOut">
              <a:rPr lang="zh-Hans-HK" altLang="en-US" smtClean="0"/>
              <a:t>27/4/2026</a:t>
            </a:fld>
            <a:endParaRPr lang="zh-Hans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11EB-EA2F-4752-9D05-CB4A25B7FAF5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936827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HK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D9FFE-75BA-4AC8-A882-5C58F81057B1}" type="datetimeFigureOut">
              <a:rPr lang="zh-Hans-HK" altLang="en-US" smtClean="0"/>
              <a:t>27/4/2026</a:t>
            </a:fld>
            <a:endParaRPr lang="zh-Hans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11EB-EA2F-4752-9D05-CB4A25B7FAF5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231141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en-US" altLang="zh-Hans-HK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 altLang="zh-Hans-HK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 altLang="zh-Hans-HK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D9FFE-75BA-4AC8-A882-5C58F81057B1}" type="datetimeFigureOut">
              <a:rPr lang="zh-Hans-HK" altLang="en-US" smtClean="0"/>
              <a:t>27/4/2026</a:t>
            </a:fld>
            <a:endParaRPr lang="zh-Hans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11EB-EA2F-4752-9D05-CB4A25B7FAF5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793886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HK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D9FFE-75BA-4AC8-A882-5C58F81057B1}" type="datetimeFigureOut">
              <a:rPr lang="zh-Hans-HK" altLang="en-US" smtClean="0"/>
              <a:t>27/4/2026</a:t>
            </a:fld>
            <a:endParaRPr lang="zh-Hans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11EB-EA2F-4752-9D05-CB4A25B7FAF5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2247053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D9FFE-75BA-4AC8-A882-5C58F81057B1}" type="datetimeFigureOut">
              <a:rPr lang="zh-Hans-HK" altLang="en-US" smtClean="0"/>
              <a:t>27/4/2026</a:t>
            </a:fld>
            <a:endParaRPr lang="zh-Hans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11EB-EA2F-4752-9D05-CB4A25B7FAF5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995581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 altLang="zh-Hans-HK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 altLang="zh-Hans-HK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D9FFE-75BA-4AC8-A882-5C58F81057B1}" type="datetimeFigureOut">
              <a:rPr lang="zh-Hans-HK" altLang="en-US" smtClean="0"/>
              <a:t>27/4/2026</a:t>
            </a:fld>
            <a:endParaRPr lang="zh-Hans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11EB-EA2F-4752-9D05-CB4A25B7FAF5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969635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 altLang="zh-Hans-HK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en-US" altLang="zh-Hans-HK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 altLang="zh-Hans-HK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D9FFE-75BA-4AC8-A882-5C58F81057B1}" type="datetimeFigureOut">
              <a:rPr lang="zh-Hans-HK" altLang="en-US" smtClean="0"/>
              <a:t>27/4/2026</a:t>
            </a:fld>
            <a:endParaRPr lang="zh-Hans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11EB-EA2F-4752-9D05-CB4A25B7FAF5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4065040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HK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D9FFE-75BA-4AC8-A882-5C58F81057B1}" type="datetimeFigureOut">
              <a:rPr lang="zh-Hans-HK" altLang="en-US" smtClean="0"/>
              <a:t>27/4/2026</a:t>
            </a:fld>
            <a:endParaRPr lang="zh-Hans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11EB-EA2F-4752-9D05-CB4A25B7FAF5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706658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en-US" altLang="zh-Hans-HK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D9FFE-75BA-4AC8-A882-5C58F81057B1}" type="datetimeFigureOut">
              <a:rPr lang="zh-Hans-HK" altLang="en-US" smtClean="0"/>
              <a:t>27/4/2026</a:t>
            </a:fld>
            <a:endParaRPr lang="zh-Hans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11EB-EA2F-4752-9D05-CB4A25B7FAF5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839053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Hans-HK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BD9FFE-75BA-4AC8-A882-5C58F81057B1}" type="datetimeFigureOut">
              <a:rPr lang="zh-Hans-HK" altLang="en-US" smtClean="0"/>
              <a:t>27/4/2026</a:t>
            </a:fld>
            <a:endParaRPr lang="zh-Hans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Hans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A411EB-EA2F-4752-9D05-CB4A25B7FAF5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5066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2F573C9A-69FB-B225-169E-857A55C1B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644" y="13933228"/>
            <a:ext cx="8686111" cy="8428872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B0DF1998-FEB4-1F3F-8C25-B5A280843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5696" y="342243"/>
            <a:ext cx="18543820" cy="2207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2903" tIns="26447" rIns="52903" bIns="26447">
            <a:spAutoFit/>
          </a:bodyPr>
          <a:lstStyle>
            <a:lvl1pPr defTabSz="528638">
              <a:spcBef>
                <a:spcPct val="20000"/>
              </a:spcBef>
              <a:buChar char="•"/>
              <a:defRPr sz="17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528638">
              <a:spcBef>
                <a:spcPct val="20000"/>
              </a:spcBef>
              <a:buChar char="–"/>
              <a:defRPr sz="17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528638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528638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528638">
              <a:spcBef>
                <a:spcPct val="20000"/>
              </a:spcBef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5286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5286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5286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5286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None/>
            </a:pPr>
            <a:r>
              <a:rPr lang="en-US" altLang="zh-HK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DNA: A Distribution-and-Aggregation Solution for Spatiotemporal K-function-based Analysis</a:t>
            </a:r>
          </a:p>
        </p:txBody>
      </p:sp>
      <p:pic>
        <p:nvPicPr>
          <p:cNvPr id="5" name="Picture 2" descr="Hong Kong Baptist University – Say Yes To Breastfeeding">
            <a:extLst>
              <a:ext uri="{FF2B5EF4-FFF2-40B4-BE49-F238E27FC236}">
                <a16:creationId xmlns:a16="http://schemas.microsoft.com/office/drawing/2014/main" id="{5E76997D-92C3-E6F8-838F-A5B05FA09A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15246" y="0"/>
            <a:ext cx="4859967" cy="2391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04A7F0-1FFB-5CBC-8168-2681519FC8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950" y="289341"/>
            <a:ext cx="2313650" cy="2313650"/>
          </a:xfrm>
          <a:prstGeom prst="rect">
            <a:avLst/>
          </a:prstGeom>
        </p:spPr>
      </p:pic>
      <p:sp>
        <p:nvSpPr>
          <p:cNvPr id="7" name="文字方塊 4">
            <a:extLst>
              <a:ext uri="{FF2B5EF4-FFF2-40B4-BE49-F238E27FC236}">
                <a16:creationId xmlns:a16="http://schemas.microsoft.com/office/drawing/2014/main" id="{68CFFC3F-DB30-A134-C4AF-8EE1A3B6481F}"/>
              </a:ext>
            </a:extLst>
          </p:cNvPr>
          <p:cNvSpPr txBox="1"/>
          <p:nvPr/>
        </p:nvSpPr>
        <p:spPr>
          <a:xfrm>
            <a:off x="1357775" y="3007946"/>
            <a:ext cx="611417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HK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Tsz Nam Chan</a:t>
            </a:r>
          </a:p>
          <a:p>
            <a:pPr algn="ctr"/>
            <a:r>
              <a:rPr lang="en-US" altLang="zh-HK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Shenzhen University</a:t>
            </a:r>
          </a:p>
          <a:p>
            <a:pPr algn="ctr"/>
            <a:r>
              <a:rPr lang="en-US" altLang="zh-HK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edisonchan@szu.edu.cn</a:t>
            </a:r>
            <a:endParaRPr lang="zh-HK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6">
            <a:extLst>
              <a:ext uri="{FF2B5EF4-FFF2-40B4-BE49-F238E27FC236}">
                <a16:creationId xmlns:a16="http://schemas.microsoft.com/office/drawing/2014/main" id="{F18560B0-13E1-9223-16CB-6DDE2B617226}"/>
              </a:ext>
            </a:extLst>
          </p:cNvPr>
          <p:cNvSpPr txBox="1"/>
          <p:nvPr/>
        </p:nvSpPr>
        <p:spPr>
          <a:xfrm>
            <a:off x="11154649" y="3007946"/>
            <a:ext cx="772358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HK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Bojian</a:t>
            </a:r>
            <a:r>
              <a:rPr lang="en-US" altLang="zh-HK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Zhu</a:t>
            </a:r>
          </a:p>
          <a:p>
            <a:pPr algn="ctr"/>
            <a:r>
              <a:rPr lang="en-US" altLang="zh-HK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Hong Kong Baptist University</a:t>
            </a:r>
          </a:p>
          <a:p>
            <a:pPr algn="ctr"/>
            <a:r>
              <a:rPr lang="en-US" altLang="zh-HK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csbjzhu@comp.hkbu.edu.hk</a:t>
            </a:r>
            <a:endParaRPr lang="zh-HK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7">
            <a:extLst>
              <a:ext uri="{FF2B5EF4-FFF2-40B4-BE49-F238E27FC236}">
                <a16:creationId xmlns:a16="http://schemas.microsoft.com/office/drawing/2014/main" id="{C5740140-B190-FDFD-13C0-780D7907D2C5}"/>
              </a:ext>
            </a:extLst>
          </p:cNvPr>
          <p:cNvSpPr txBox="1"/>
          <p:nvPr/>
        </p:nvSpPr>
        <p:spPr>
          <a:xfrm>
            <a:off x="22560938" y="3007946"/>
            <a:ext cx="570861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HK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Dingming</a:t>
            </a:r>
            <a:r>
              <a:rPr lang="en-US" altLang="zh-HK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Wu</a:t>
            </a:r>
          </a:p>
          <a:p>
            <a:pPr algn="ctr"/>
            <a:r>
              <a:rPr lang="en-US" altLang="zh-HK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Shenzhen University</a:t>
            </a:r>
          </a:p>
          <a:p>
            <a:pPr algn="ctr"/>
            <a:r>
              <a:rPr lang="en-US" altLang="zh-HK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dingming@szu.edu.cn</a:t>
            </a:r>
            <a:endParaRPr lang="zh-HK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6">
            <a:extLst>
              <a:ext uri="{FF2B5EF4-FFF2-40B4-BE49-F238E27FC236}">
                <a16:creationId xmlns:a16="http://schemas.microsoft.com/office/drawing/2014/main" id="{6495A90F-F625-2AB9-EE35-9F4716DF250A}"/>
              </a:ext>
            </a:extLst>
          </p:cNvPr>
          <p:cNvSpPr txBox="1"/>
          <p:nvPr/>
        </p:nvSpPr>
        <p:spPr>
          <a:xfrm>
            <a:off x="5439649" y="5721225"/>
            <a:ext cx="772358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HK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Renchi Yang</a:t>
            </a:r>
          </a:p>
          <a:p>
            <a:pPr algn="ctr"/>
            <a:r>
              <a:rPr lang="en-US" altLang="zh-HK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Hong Kong Baptist University</a:t>
            </a:r>
          </a:p>
          <a:p>
            <a:pPr algn="ctr"/>
            <a:r>
              <a:rPr lang="en-US" altLang="zh-HK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renchi@hkbu.edu.hk</a:t>
            </a:r>
            <a:endParaRPr lang="zh-HK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4">
            <a:extLst>
              <a:ext uri="{FF2B5EF4-FFF2-40B4-BE49-F238E27FC236}">
                <a16:creationId xmlns:a16="http://schemas.microsoft.com/office/drawing/2014/main" id="{7616DB16-8826-553E-8B3B-F1DDDF56831A}"/>
              </a:ext>
            </a:extLst>
          </p:cNvPr>
          <p:cNvSpPr txBox="1"/>
          <p:nvPr/>
        </p:nvSpPr>
        <p:spPr>
          <a:xfrm>
            <a:off x="18145371" y="5721225"/>
            <a:ext cx="560281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HK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Ruisheng</a:t>
            </a:r>
            <a:r>
              <a:rPr lang="en-US" altLang="zh-HK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Wang</a:t>
            </a:r>
          </a:p>
          <a:p>
            <a:pPr algn="ctr"/>
            <a:r>
              <a:rPr lang="en-US" altLang="zh-HK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Shenzhen University</a:t>
            </a:r>
          </a:p>
          <a:p>
            <a:pPr algn="ctr"/>
            <a:r>
              <a:rPr lang="en-US" altLang="zh-HK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ruiswang@szu.edu.cn</a:t>
            </a:r>
            <a:endParaRPr lang="zh-HK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271">
            <a:extLst>
              <a:ext uri="{FF2B5EF4-FFF2-40B4-BE49-F238E27FC236}">
                <a16:creationId xmlns:a16="http://schemas.microsoft.com/office/drawing/2014/main" id="{225E39EF-2FE5-9510-762D-0E51CD35063B}"/>
              </a:ext>
            </a:extLst>
          </p:cNvPr>
          <p:cNvSpPr/>
          <p:nvPr/>
        </p:nvSpPr>
        <p:spPr>
          <a:xfrm>
            <a:off x="0" y="8093954"/>
            <a:ext cx="30275213" cy="97546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3" name="矩形 11">
            <a:extLst>
              <a:ext uri="{FF2B5EF4-FFF2-40B4-BE49-F238E27FC236}">
                <a16:creationId xmlns:a16="http://schemas.microsoft.com/office/drawing/2014/main" id="{43A686F0-FA0D-7D02-E7A6-3DC2CE921DFE}"/>
              </a:ext>
            </a:extLst>
          </p:cNvPr>
          <p:cNvSpPr/>
          <p:nvPr/>
        </p:nvSpPr>
        <p:spPr>
          <a:xfrm>
            <a:off x="6890443" y="8073852"/>
            <a:ext cx="1751907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HK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Spatiotemporal K-function-based Analysis?</a:t>
            </a:r>
            <a:endParaRPr lang="zh-HK" altLang="en-US" sz="6000" dirty="0">
              <a:solidFill>
                <a:schemeClr val="bg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CC3460B-FBCB-CE8F-0DDE-370A0FA410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089515"/>
            <a:ext cx="12698597" cy="441069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CAB2C59-BDB5-58C7-9C3E-E29634F04A93}"/>
              </a:ext>
            </a:extLst>
          </p:cNvPr>
          <p:cNvSpPr txBox="1"/>
          <p:nvPr/>
        </p:nvSpPr>
        <p:spPr>
          <a:xfrm>
            <a:off x="2115468" y="13338487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ans-HK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Dispersed</a:t>
            </a:r>
            <a:endParaRPr lang="zh-Hans-HK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FA1D57-C996-21C9-1352-CC93533DE9F2}"/>
              </a:ext>
            </a:extLst>
          </p:cNvPr>
          <p:cNvSpPr txBox="1"/>
          <p:nvPr/>
        </p:nvSpPr>
        <p:spPr>
          <a:xfrm>
            <a:off x="8620598" y="13340605"/>
            <a:ext cx="19543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ans-HK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Clustered</a:t>
            </a:r>
            <a:endParaRPr lang="zh-Hans-HK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CFF3F89-FCC0-CF73-4F89-F794FFD32081}"/>
                  </a:ext>
                </a:extLst>
              </p:cNvPr>
              <p:cNvSpPr txBox="1"/>
              <p:nvPr/>
            </p:nvSpPr>
            <p:spPr>
              <a:xfrm>
                <a:off x="12990287" y="9143331"/>
                <a:ext cx="17284926" cy="109636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Spatiotemporal K-function counts those data points in </a:t>
                </a:r>
                <a14:m>
                  <m:oMath xmlns:m="http://schemas.openxmlformats.org/officeDocument/2006/math">
                    <m:r>
                      <a:rPr lang="en-HK" altLang="zh-Hans-HK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(with size </a:t>
                </a:r>
                <a14:m>
                  <m:oMath xmlns:m="http://schemas.openxmlformats.org/officeDocument/2006/math">
                    <m:r>
                      <a:rPr lang="en-HK" altLang="zh-Hans-HK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that are within the spatial threshold </a:t>
                </a:r>
                <a14:m>
                  <m:oMath xmlns:m="http://schemas.openxmlformats.org/officeDocument/2006/math">
                    <m:r>
                      <a:rPr lang="zh-Hans-HK" altLang="en-HK" sz="36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zh-Hans-HK" alt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the temporal threshold </a:t>
                </a:r>
                <a14:m>
                  <m:oMath xmlns:m="http://schemas.openxmlformats.org/officeDocument/2006/math">
                    <m:r>
                      <a:rPr lang="zh-Hans-HK" altLang="en-HK" sz="36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𝜏</m:t>
                    </m:r>
                  </m:oMath>
                </a14:m>
                <a:r>
                  <a:rPr lang="zh-Hans-HK" alt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each data point </a:t>
                </a:r>
                <a14:m>
                  <m:oMath xmlns:m="http://schemas.openxmlformats.org/officeDocument/2006/math">
                    <m:r>
                      <a:rPr lang="en-HK" altLang="zh-Hans-HK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HK" altLang="zh-Hans-HK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Hans-HK" sz="3600" b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𝐩</m:t>
                        </m:r>
                      </m:e>
                      <m:sub>
                        <m:r>
                          <a:rPr lang="en-HK" altLang="zh-Hans-HK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HK" altLang="zh-Hans-HK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HK" altLang="zh-Hans-HK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Hans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sSub>
                          <m:sSubPr>
                            <m:ctrlPr>
                              <a:rPr lang="en-HK" altLang="zh-Hans-HK" sz="3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HK" altLang="zh-Hans-HK" sz="3600" b="1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𝐩</m:t>
                            </m:r>
                          </m:e>
                          <m:sub>
                            <m:r>
                              <a:rPr lang="en-HK" altLang="zh-Hans-HK" sz="3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HK" altLang="zh-Hans-HK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HK" altLang="zh-Hans-HK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HK" altLang="zh-Hans-HK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HK" altLang="zh-Hans-HK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sub>
                      </m:sSub>
                      <m:d>
                        <m:dPr>
                          <m:ctrlPr>
                            <a:rPr lang="en-HK" altLang="zh-Hans-HK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zh-Hans-HK" altLang="en-HK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  <m:r>
                            <a:rPr lang="en-HK" altLang="zh-Hans-HK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zh-Hans-HK" altLang="en-HK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</m:e>
                      </m:d>
                      <m:r>
                        <a:rPr lang="en-HK" altLang="zh-Hans-HK" sz="3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HK" altLang="zh-Hans-HK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HK" altLang="zh-Hans-HK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HK" altLang="zh-Hans-HK" sz="3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altLang="zh-Hans-HK" sz="3600" b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𝐩</m:t>
                              </m:r>
                            </m:e>
                            <m:sub>
                              <m:r>
                                <a:rPr lang="en-HK" altLang="zh-Hans-HK" sz="3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HK" altLang="zh-Hans-HK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HK" altLang="zh-Hans-HK" sz="3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altLang="zh-Hans-HK" sz="3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HK" altLang="zh-Hans-HK" sz="3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altLang="zh-Hans-HK" sz="3600" b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𝐩</m:t>
                                  </m:r>
                                </m:e>
                                <m:sub>
                                  <m:r>
                                    <a:rPr lang="en-HK" altLang="zh-Hans-HK" sz="3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  <m:r>
                            <a:rPr lang="en-HK" altLang="zh-Hans-HK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a:rPr lang="en-HK" altLang="zh-Hans-HK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HK" altLang="zh-Hans-HK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HK" altLang="zh-Hans-HK" sz="3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HK" altLang="zh-Hans-HK" sz="3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HK" altLang="zh-Hans-HK" sz="3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HK" altLang="zh-Hans-HK" sz="3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HK" altLang="zh-Hans-HK" sz="3600" b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𝐩</m:t>
                                        </m:r>
                                      </m:e>
                                      <m:sub>
                                        <m:r>
                                          <a:rPr lang="en-HK" altLang="zh-Hans-HK" sz="3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HK" altLang="zh-Hans-HK" sz="3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sSub>
                                      <m:sSubPr>
                                        <m:ctrlPr>
                                          <a:rPr lang="en-HK" altLang="zh-Hans-HK" sz="3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HK" altLang="zh-Hans-HK" sz="3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HK" altLang="zh-Hans-HK" sz="3600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HK" altLang="zh-Hans-HK" sz="3600" b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𝐩</m:t>
                                            </m:r>
                                          </m:e>
                                          <m:sub>
                                            <m:r>
                                              <a:rPr lang="en-HK" altLang="zh-Hans-HK" sz="3600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r>
                                      <a:rPr lang="en-HK" altLang="zh-Hans-HK" sz="3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  <m:r>
                                      <a:rPr lang="en-HK" altLang="zh-Hans-HK" sz="3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∈</m:t>
                                    </m:r>
                                    <m:r>
                                      <a:rPr lang="en-HK" altLang="zh-Hans-HK" sz="3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𝑃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HK" altLang="zh-Hans-HK" sz="3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r>
                                      <a:rPr lang="en-HK" altLang="zh-Hans-HK" sz="3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≠</m:t>
                                    </m:r>
                                    <m:r>
                                      <a:rPr lang="en-HK" altLang="zh-Hans-HK" sz="3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e>
                                </m:mr>
                              </m:m>
                            </m:sub>
                            <m:sup/>
                            <m:e>
                              <m:r>
                                <a:rPr lang="zh-Hans-HK" altLang="en-HK" sz="3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𝔗</m:t>
                              </m:r>
                              <m:d>
                                <m:dPr>
                                  <m:ctrlPr>
                                    <a:rPr lang="en-US" altLang="zh-Hans-HK" sz="3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HK" altLang="zh-Hans-HK" sz="3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  <m:d>
                                    <m:dPr>
                                      <m:ctrlPr>
                                        <a:rPr lang="en-HK" altLang="zh-Hans-HK" sz="3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HK" altLang="zh-Hans-HK" sz="36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HK" altLang="zh-Hans-HK" sz="3600" b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𝐩</m:t>
                                          </m:r>
                                        </m:e>
                                        <m:sub>
                                          <m:r>
                                            <a:rPr lang="en-HK" altLang="zh-Hans-HK" sz="36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HK" altLang="zh-Hans-HK" sz="3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HK" altLang="zh-Hans-HK" sz="36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HK" altLang="zh-Hans-HK" sz="3600" b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𝐩</m:t>
                                          </m:r>
                                        </m:e>
                                        <m:sub>
                                          <m:r>
                                            <a:rPr lang="en-HK" altLang="zh-Hans-HK" sz="36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HK" altLang="zh-Hans-HK" sz="3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≤</m:t>
                                  </m:r>
                                  <m:r>
                                    <a:rPr lang="zh-Hans-HK" altLang="en-HK" sz="3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  <m:r>
                                    <a:rPr lang="en-HK" altLang="zh-Hans-HK" sz="3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r>
                                    <a:rPr lang="en-HK" altLang="zh-Hans-HK" sz="3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  <m:d>
                                    <m:dPr>
                                      <m:ctrlPr>
                                        <a:rPr lang="en-HK" altLang="zh-Hans-HK" sz="3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HK" altLang="zh-Hans-HK" sz="36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HK" altLang="zh-Hans-HK" sz="36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HK" altLang="zh-Hans-HK" sz="3600" i="1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HK" altLang="zh-Hans-HK" sz="3600" b="1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𝐩</m:t>
                                              </m:r>
                                            </m:e>
                                            <m:sub>
                                              <m:r>
                                                <a:rPr lang="en-HK" altLang="zh-Hans-HK" sz="3600" i="1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HK" altLang="zh-Hans-HK" sz="3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HK" altLang="zh-Hans-HK" sz="36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HK" altLang="zh-Hans-HK" sz="36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HK" altLang="zh-Hans-HK" sz="3600" i="1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HK" altLang="zh-Hans-HK" sz="3600" b="1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𝐩</m:t>
                                              </m:r>
                                            </m:e>
                                            <m:sub>
                                              <m:r>
                                                <a:rPr lang="en-HK" altLang="zh-Hans-HK" sz="3600" i="1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  <m:r>
                                    <a:rPr lang="en-HK" altLang="zh-Hans-HK" sz="3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≤</m:t>
                                  </m:r>
                                  <m:r>
                                    <a:rPr lang="zh-Hans-HK" altLang="en-HK" sz="3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HK" altLang="zh-Hans-HK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HK" altLang="zh-Hans-HK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Domain experts need to (1) determine </a:t>
                </a:r>
                <a14:m>
                  <m:oMath xmlns:m="http://schemas.openxmlformats.org/officeDocument/2006/math">
                    <m:r>
                      <a:rPr lang="en-HK" altLang="zh-Hans-HK" sz="3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spatial thresholds,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altLang="zh-Hans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Hans-HK" altLang="en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HK" altLang="zh-Hans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HK" altLang="zh-Hans-HK" sz="3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HK" altLang="zh-Hans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Hans-HK" altLang="en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HK" altLang="zh-Hans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HK" altLang="zh-Hans-HK" sz="3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HK" altLang="zh-Hans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Hans-HK" altLang="en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HK" altLang="zh-Hans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HK" altLang="zh-Hans-HK" sz="3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spatial thresholds,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altLang="zh-Hans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Hans-HK" altLang="en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HK" altLang="zh-Hans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HK" altLang="zh-Hans-HK" sz="3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HK" altLang="zh-Hans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Hans-HK" altLang="en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HK" altLang="zh-Hans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HK" altLang="zh-Hans-HK" sz="3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HK" altLang="zh-Hans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Hans-HK" altLang="en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HK" altLang="zh-Hans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(2) generate </a:t>
                </a:r>
                <a14:m>
                  <m:oMath xmlns:m="http://schemas.openxmlformats.org/officeDocument/2006/math">
                    <m:r>
                      <a:rPr lang="en-HK" altLang="zh-Hans-HK" sz="3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random datasets (with the same size</a:t>
                </a:r>
                <a:r>
                  <a:rPr lang="en-HK" altLang="zh-Hans-HK" sz="36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HK" altLang="zh-Hans-HK" sz="3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altLang="zh-Hans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Hans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HK" altLang="zh-Hans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HK" altLang="zh-Hans-HK" sz="3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HK" altLang="zh-Hans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Hans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HK" altLang="zh-Hans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HK" altLang="zh-Hans-HK" sz="3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HK" altLang="zh-Hans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Hans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HK" altLang="zh-Hans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(3) compute the following spatiotemporal K-function values for each  </a:t>
                </a:r>
                <a14:m>
                  <m:oMath xmlns:m="http://schemas.openxmlformats.org/officeDocument/2006/math">
                    <m:r>
                      <a:rPr lang="en-HK" altLang="zh-Hans-HK" sz="3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zh-Hans-HK" altLang="en-HK" sz="3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HK" altLang="zh-Hans-HK" sz="3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zh-Hans-HK" altLang="en-HK" sz="3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𝜏</m:t>
                    </m:r>
                    <m:r>
                      <a:rPr lang="en-HK" altLang="zh-Hans-HK" sz="3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-pair: </a:t>
                </a:r>
              </a:p>
              <a:p>
                <a:pPr lvl="1"/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HK" altLang="zh-Hans-HK" sz="3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HK" altLang="zh-Hans-HK" sz="3600" dirty="0">
                    <a:cs typeface="Times New Roman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altLang="zh-Hans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Hans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HK" altLang="zh-Hans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sub>
                    </m:sSub>
                    <m:d>
                      <m:dPr>
                        <m:ctrlPr>
                          <a:rPr lang="en-HK" altLang="zh-Hans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Hans-HK" altLang="en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  <m:r>
                          <a:rPr lang="en-HK" altLang="zh-Hans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zh-Hans-HK" altLang="en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</m:d>
                  </m:oMath>
                </a14:m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(the green surface) </a:t>
                </a:r>
              </a:p>
              <a:p>
                <a:pPr lvl="1"/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(ii)  </a:t>
                </a:r>
                <a14:m>
                  <m:oMath xmlns:m="http://schemas.openxmlformats.org/officeDocument/2006/math">
                    <m:r>
                      <a:rPr lang="en-HK" altLang="zh-Hans-HK" sz="3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ℒ</m:t>
                    </m:r>
                    <m:d>
                      <m:dPr>
                        <m:ctrlPr>
                          <a:rPr lang="en-HK" altLang="zh-Hans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Hans-HK" altLang="en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  <m:r>
                          <a:rPr lang="en-HK" altLang="zh-Hans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zh-Hans-HK" altLang="en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</m:d>
                    <m:r>
                      <a:rPr lang="en-HK" altLang="zh-Hans-HK" sz="3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HK" altLang="zh-Hans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HK" altLang="zh-Hans-HK" sz="36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HK" altLang="zh-Hans-HK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HK" altLang="zh-Hans-HK" sz="3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HK" altLang="zh-Hans-HK" sz="3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𝐾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HK" altLang="zh-Hans-HK" sz="3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HK" altLang="zh-Hans-HK" sz="3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HK" altLang="zh-Hans-HK" sz="3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</m:sSub>
                            <m:d>
                              <m:dPr>
                                <m:ctrlPr>
                                  <a:rPr lang="en-HK" altLang="zh-Hans-HK" sz="3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Hans-HK" altLang="en-HK" sz="3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  <m:r>
                                  <a:rPr lang="en-HK" altLang="zh-Hans-HK" sz="3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zh-Hans-HK" altLang="en-HK" sz="3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𝜏</m:t>
                                </m:r>
                              </m:e>
                            </m:d>
                            <m:r>
                              <a:rPr lang="en-HK" altLang="zh-Hans-HK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HK" altLang="zh-Hans-HK" sz="3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HK" altLang="zh-Hans-HK" sz="3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𝐾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HK" altLang="zh-Hans-HK" sz="3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HK" altLang="zh-Hans-HK" sz="3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HK" altLang="zh-Hans-HK" sz="3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sub>
                            </m:sSub>
                            <m:d>
                              <m:dPr>
                                <m:ctrlPr>
                                  <a:rPr lang="en-HK" altLang="zh-Hans-HK" sz="3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Hans-HK" altLang="en-HK" sz="3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  <m:r>
                                  <a:rPr lang="en-HK" altLang="zh-Hans-HK" sz="3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zh-Hans-HK" altLang="en-HK" sz="3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𝜏</m:t>
                                </m:r>
                              </m:e>
                            </m:d>
                            <m:r>
                              <a:rPr lang="en-HK" altLang="zh-Hans-HK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HK" altLang="zh-Hans-HK" sz="3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HK" altLang="zh-Hans-HK" sz="3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𝐾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HK" altLang="zh-Hans-HK" sz="3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HK" altLang="zh-Hans-HK" sz="3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HK" altLang="zh-Hans-HK" sz="3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𝐿</m:t>
                                    </m:r>
                                  </m:sub>
                                </m:sSub>
                              </m:sub>
                            </m:sSub>
                            <m:d>
                              <m:dPr>
                                <m:ctrlPr>
                                  <a:rPr lang="en-HK" altLang="zh-Hans-HK" sz="3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Hans-HK" altLang="en-HK" sz="3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  <m:r>
                                  <a:rPr lang="en-HK" altLang="zh-Hans-HK" sz="3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zh-Hans-HK" altLang="en-HK" sz="3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𝜏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(the red surface)</a:t>
                </a:r>
              </a:p>
              <a:p>
                <a:pPr lvl="1"/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(iii) </a:t>
                </a:r>
                <a14:m>
                  <m:oMath xmlns:m="http://schemas.openxmlformats.org/officeDocument/2006/math">
                    <m:r>
                      <a:rPr lang="zh-Hans-HK" altLang="en-HK" sz="3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𝒰</m:t>
                    </m:r>
                    <m:d>
                      <m:dPr>
                        <m:ctrlPr>
                          <a:rPr lang="en-HK" altLang="zh-Hans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Hans-HK" altLang="en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  <m:r>
                          <a:rPr lang="en-HK" altLang="zh-Hans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zh-Hans-HK" altLang="en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</m:d>
                    <m:r>
                      <a:rPr lang="en-HK" altLang="zh-Hans-HK" sz="3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HK" altLang="zh-Hans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HK" altLang="zh-Hans-HK" sz="36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n-HK" altLang="zh-Hans-HK" sz="36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ax</m:t>
                        </m:r>
                      </m:fName>
                      <m:e>
                        <m:d>
                          <m:dPr>
                            <m:ctrlPr>
                              <a:rPr lang="en-HK" altLang="zh-Hans-HK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HK" altLang="zh-Hans-HK" sz="3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HK" altLang="zh-Hans-HK" sz="3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𝐾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HK" altLang="zh-Hans-HK" sz="3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HK" altLang="zh-Hans-HK" sz="3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HK" altLang="zh-Hans-HK" sz="3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</m:sSub>
                            <m:d>
                              <m:dPr>
                                <m:ctrlPr>
                                  <a:rPr lang="en-HK" altLang="zh-Hans-HK" sz="3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Hans-HK" altLang="en-HK" sz="3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  <m:r>
                                  <a:rPr lang="en-HK" altLang="zh-Hans-HK" sz="3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zh-Hans-HK" altLang="en-HK" sz="3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𝜏</m:t>
                                </m:r>
                              </m:e>
                            </m:d>
                            <m:r>
                              <a:rPr lang="en-HK" altLang="zh-Hans-HK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HK" altLang="zh-Hans-HK" sz="3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HK" altLang="zh-Hans-HK" sz="3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𝐾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HK" altLang="zh-Hans-HK" sz="3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HK" altLang="zh-Hans-HK" sz="3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HK" altLang="zh-Hans-HK" sz="3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sub>
                            </m:sSub>
                            <m:d>
                              <m:dPr>
                                <m:ctrlPr>
                                  <a:rPr lang="en-HK" altLang="zh-Hans-HK" sz="3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Hans-HK" altLang="en-HK" sz="3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  <m:r>
                                  <a:rPr lang="en-HK" altLang="zh-Hans-HK" sz="3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zh-Hans-HK" altLang="en-HK" sz="3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𝜏</m:t>
                                </m:r>
                              </m:e>
                            </m:d>
                            <m:r>
                              <a:rPr lang="en-HK" altLang="zh-Hans-HK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HK" altLang="zh-Hans-HK" sz="3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HK" altLang="zh-Hans-HK" sz="3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𝐾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HK" altLang="zh-Hans-HK" sz="3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HK" altLang="zh-Hans-HK" sz="3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HK" altLang="zh-Hans-HK" sz="3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𝐿</m:t>
                                    </m:r>
                                  </m:sub>
                                </m:sSub>
                              </m:sub>
                            </m:sSub>
                            <m:d>
                              <m:dPr>
                                <m:ctrlPr>
                                  <a:rPr lang="en-HK" altLang="zh-Hans-HK" sz="3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Hans-HK" altLang="en-HK" sz="3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  <m:r>
                                  <a:rPr lang="en-HK" altLang="zh-Hans-HK" sz="3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zh-Hans-HK" altLang="en-HK" sz="3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𝜏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(the blue surface)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HK" altLang="zh-Hans-HK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Applications:</a:t>
                </a:r>
              </a:p>
              <a:p>
                <a:pPr marL="1314450" lvl="1" indent="-857250">
                  <a:buAutoNum type="romanLcParenBoth"/>
                </a:pPr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Obtain the suitable parameters for some models, e.g., clustering/hotspot detection.</a:t>
                </a:r>
              </a:p>
              <a:p>
                <a:pPr marL="1314450" lvl="1" indent="-857250">
                  <a:buAutoNum type="romanLcParenBoth"/>
                </a:pPr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Determine whether the analysis results (e.g., COVID-19 hotspots) are meaningful.</a:t>
                </a:r>
              </a:p>
              <a:p>
                <a:pPr lvl="1"/>
                <a:endParaRPr lang="en-HK" altLang="zh-Hans-HK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CFF3F89-FCC0-CF73-4F89-F794FFD32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90287" y="9143331"/>
                <a:ext cx="17284926" cy="10963642"/>
              </a:xfrm>
              <a:prstGeom prst="rect">
                <a:avLst/>
              </a:prstGeom>
              <a:blipFill>
                <a:blip r:embed="rId6"/>
                <a:stretch>
                  <a:fillRect l="-988" t="-945"/>
                </a:stretch>
              </a:blipFill>
            </p:spPr>
            <p:txBody>
              <a:bodyPr/>
              <a:lstStyle/>
              <a:p>
                <a:r>
                  <a:rPr lang="zh-Hans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25FFEBA4-2E44-5D4F-0C65-8309AF9F8578}"/>
              </a:ext>
            </a:extLst>
          </p:cNvPr>
          <p:cNvSpPr txBox="1"/>
          <p:nvPr/>
        </p:nvSpPr>
        <p:spPr>
          <a:xfrm>
            <a:off x="422034" y="22362100"/>
            <a:ext cx="118545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ans-HK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Spatiotemporal K-function plot (Hong Kong COVID-19 cases)</a:t>
            </a:r>
            <a:endParaRPr lang="zh-Hans-HK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E86D704-9DC3-2475-DC4B-7553E3E189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03617" y="19704254"/>
            <a:ext cx="16413866" cy="2657846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3E6E4E31-40EF-A5DF-2FDC-07FF323194EF}"/>
              </a:ext>
            </a:extLst>
          </p:cNvPr>
          <p:cNvSpPr txBox="1"/>
          <p:nvPr/>
        </p:nvSpPr>
        <p:spPr>
          <a:xfrm>
            <a:off x="14460338" y="22362099"/>
            <a:ext cx="143448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ans-HK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Spatiotemporal Kernel Density Visualization (Hong Kong COVID-19 cases)</a:t>
            </a:r>
            <a:endParaRPr lang="zh-Hans-HK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271">
            <a:extLst>
              <a:ext uri="{FF2B5EF4-FFF2-40B4-BE49-F238E27FC236}">
                <a16:creationId xmlns:a16="http://schemas.microsoft.com/office/drawing/2014/main" id="{291578A0-B6EF-3850-9C1B-D923590EE94C}"/>
              </a:ext>
            </a:extLst>
          </p:cNvPr>
          <p:cNvSpPr/>
          <p:nvPr/>
        </p:nvSpPr>
        <p:spPr>
          <a:xfrm>
            <a:off x="-1" y="23085668"/>
            <a:ext cx="30275213" cy="97546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4" name="矩形 11">
            <a:extLst>
              <a:ext uri="{FF2B5EF4-FFF2-40B4-BE49-F238E27FC236}">
                <a16:creationId xmlns:a16="http://schemas.microsoft.com/office/drawing/2014/main" id="{C553D0F6-C502-C573-A061-8FE47EC8E0F3}"/>
              </a:ext>
            </a:extLst>
          </p:cNvPr>
          <p:cNvSpPr/>
          <p:nvPr/>
        </p:nvSpPr>
        <p:spPr>
          <a:xfrm>
            <a:off x="7703300" y="23065566"/>
            <a:ext cx="1589335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HK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Distribution and Aggregation Solution (DNA)</a:t>
            </a:r>
            <a:endParaRPr lang="zh-HK" altLang="en-US" sz="6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95FAF42-E9B8-E1D4-137D-D7495F228F8E}"/>
                  </a:ext>
                </a:extLst>
              </p:cNvPr>
              <p:cNvSpPr txBox="1"/>
              <p:nvPr/>
            </p:nvSpPr>
            <p:spPr>
              <a:xfrm>
                <a:off x="200949" y="24355945"/>
                <a:ext cx="13402667" cy="10036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Representation of K-function by the range query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b>
                        <m:r>
                          <a:rPr lang="zh-CN" alt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HK" altLang="zh-CN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zh-CN" altLang="en-HK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sub>
                    </m:sSub>
                    <m:r>
                      <a:rPr lang="en-HK" altLang="zh-CN" sz="3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HK" altLang="zh-CN" sz="3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CN" sz="3600" b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𝐩</m:t>
                        </m:r>
                      </m:e>
                      <m:sub>
                        <m:r>
                          <a:rPr lang="en-HK" altLang="zh-CN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HK" altLang="zh-CN" sz="3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HK" altLang="zh-CN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CN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sSub>
                          <m:sSubPr>
                            <m:ctrlPr>
                              <a:rPr lang="en-HK" altLang="zh-CN" sz="3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HK" altLang="zh-CN" sz="3600" b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𝐩</m:t>
                            </m:r>
                          </m:e>
                          <m:sub>
                            <m:r>
                              <a:rPr lang="en-HK" altLang="zh-CN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HK" altLang="zh-CN" sz="3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each data point </a:t>
                </a:r>
                <a14:m>
                  <m:oMath xmlns:m="http://schemas.openxmlformats.org/officeDocument/2006/math">
                    <m:r>
                      <a:rPr lang="en-HK" altLang="zh-CN" sz="3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HK" altLang="zh-CN" sz="3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CN" sz="3600" b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𝐩</m:t>
                        </m:r>
                      </m:e>
                      <m:sub>
                        <m:r>
                          <a:rPr lang="en-HK" altLang="zh-CN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HK" altLang="zh-CN" sz="3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HK" altLang="zh-CN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CN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sSub>
                          <m:sSubPr>
                            <m:ctrlPr>
                              <a:rPr lang="en-HK" altLang="zh-CN" sz="3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HK" altLang="zh-CN" sz="3600" b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𝐩</m:t>
                            </m:r>
                          </m:e>
                          <m:sub>
                            <m:r>
                              <a:rPr lang="en-HK" altLang="zh-CN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HK" altLang="zh-CN" sz="3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HK" altLang="zh-Hans-HK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HK" altLang="zh-Hans-HK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HK" altLang="zh-Hans-HK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sub>
                      </m:sSub>
                      <m:d>
                        <m:dPr>
                          <m:ctrlPr>
                            <a:rPr lang="en-HK" altLang="zh-Hans-HK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zh-Hans-HK" altLang="en-HK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  <m:r>
                            <a:rPr lang="en-HK" altLang="zh-Hans-HK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zh-Hans-HK" altLang="en-HK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</m:e>
                      </m:d>
                      <m:r>
                        <a:rPr lang="en-HK" altLang="zh-Hans-HK" sz="3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HK" altLang="zh-Hans-HK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Hans-HK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Hans-HK" sz="36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altLang="zh-Hans-HK" sz="3600" b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𝐩</m:t>
                              </m:r>
                            </m:e>
                            <m:sub>
                              <m:r>
                                <a:rPr lang="en-US" altLang="zh-Hans-HK" sz="3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altLang="zh-Hans-HK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Hans-HK" sz="3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Hans-HK" sz="3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Hans-HK" sz="3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Hans-HK" sz="3600" b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𝐩</m:t>
                                  </m:r>
                                </m:e>
                                <m:sub>
                                  <m:r>
                                    <a:rPr lang="en-US" altLang="zh-Hans-HK" sz="3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  <m:r>
                            <m:rPr>
                              <m:brk m:alnAt="7"/>
                            </m:rPr>
                            <a:rPr lang="en-US" altLang="zh-Hans-HK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a:rPr lang="en-US" altLang="zh-Hans-HK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US" altLang="zh-Hans-HK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HK" altLang="zh-Hans-HK" sz="3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b>
                                  <m:r>
                                    <a:rPr lang="zh-CN" altLang="en-US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  <m:r>
                                    <a:rPr lang="en-HK" altLang="zh-CN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HK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sub>
                              </m:sSub>
                              <m:r>
                                <a:rPr lang="en-HK" altLang="zh-CN" sz="3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HK" altLang="zh-CN" sz="36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altLang="zh-CN" sz="3600" b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𝐩</m:t>
                                  </m:r>
                                </m:e>
                                <m:sub>
                                  <m:r>
                                    <a:rPr lang="en-HK" altLang="zh-CN" sz="3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HK" altLang="zh-CN" sz="3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HK" altLang="zh-CN" sz="3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altLang="zh-CN" sz="3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HK" altLang="zh-CN" sz="36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altLang="zh-CN" sz="3600" b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𝐩</m:t>
                                      </m:r>
                                    </m:e>
                                    <m:sub>
                                      <m:r>
                                        <a:rPr lang="en-HK" altLang="zh-CN" sz="3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HK" altLang="zh-CN" sz="3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3600" dirty="0"/>
              </a:p>
              <a:p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where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b>
                          <m:r>
                            <a:rPr lang="zh-CN" alt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HK" altLang="zh-CN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HK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d>
                        <m:dPr>
                          <m:ctrlPr>
                            <a:rPr lang="en-HK" altLang="zh-CN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HK" altLang="zh-CN" sz="36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altLang="zh-CN" sz="3600" b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𝐩</m:t>
                              </m:r>
                            </m:e>
                            <m:sub>
                              <m:r>
                                <a:rPr lang="en-HK" altLang="zh-CN" sz="3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HK" altLang="zh-CN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HK" altLang="zh-CN" sz="3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altLang="zh-CN" sz="3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HK" altLang="zh-CN" sz="36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altLang="zh-CN" sz="3600" b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𝐩</m:t>
                                  </m:r>
                                </m:e>
                                <m:sub>
                                  <m:r>
                                    <a:rPr lang="en-HK" altLang="zh-CN" sz="3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en-HK" altLang="zh-CN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HK" altLang="zh-CN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HK" altLang="zh-CN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HK" altLang="zh-CN" sz="36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altLang="zh-CN" sz="3600" b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𝐩</m:t>
                              </m:r>
                            </m:e>
                            <m:sub>
                              <m:r>
                                <a:rPr lang="en-HK" altLang="zh-CN" sz="3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HK" altLang="zh-CN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HK" altLang="zh-CN" sz="3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altLang="zh-CN" sz="3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HK" altLang="zh-CN" sz="36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altLang="zh-CN" sz="3600" b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𝐩</m:t>
                                  </m:r>
                                </m:e>
                                <m:sub>
                                  <m:r>
                                    <a:rPr lang="en-HK" altLang="zh-CN" sz="3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  <m:r>
                            <a:rPr lang="en-HK" altLang="zh-CN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a:rPr lang="en-HK" altLang="zh-CN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HK" altLang="zh-CN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HK" altLang="zh-CN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: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HK" altLang="zh-CN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HK" altLang="zh-CN" sz="3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  <m:d>
                                  <m:dPr>
                                    <m:ctrlPr>
                                      <a:rPr lang="en-HK" altLang="zh-CN" sz="3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HK" altLang="zh-CN" sz="3600" b="1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HK" altLang="zh-CN" sz="3600" b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𝐩</m:t>
                                        </m:r>
                                      </m:e>
                                      <m:sub>
                                        <m:r>
                                          <a:rPr lang="en-HK" altLang="zh-CN" sz="3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HK" altLang="zh-CN" sz="3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HK" altLang="zh-CN" sz="3600" b="1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HK" altLang="zh-CN" sz="3600" b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𝐩</m:t>
                                        </m:r>
                                      </m:e>
                                      <m:sub>
                                        <m:r>
                                          <a:rPr lang="en-HK" altLang="zh-CN" sz="3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en-HK" altLang="zh-CN" sz="3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≤</m:t>
                                </m:r>
                                <m:r>
                                  <a:rPr lang="zh-CN" altLang="en-HK" sz="3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  <m:r>
                                  <a:rPr lang="en-HK" altLang="zh-CN" sz="3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HK" altLang="zh-CN" sz="3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  <m:d>
                                  <m:dPr>
                                    <m:ctrlPr>
                                      <a:rPr lang="en-HK" altLang="zh-CN" sz="3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HK" altLang="zh-CN" sz="3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HK" altLang="zh-CN" sz="3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HK" altLang="zh-CN" sz="3600" b="1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HK" altLang="zh-CN" sz="3600" b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𝐩</m:t>
                                            </m:r>
                                          </m:e>
                                          <m:sub>
                                            <m:r>
                                              <a:rPr lang="en-HK" altLang="zh-CN" sz="3600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r>
                                      <a:rPr lang="en-HK" altLang="zh-CN" sz="3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HK" altLang="zh-CN" sz="3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HK" altLang="zh-CN" sz="3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HK" altLang="zh-CN" sz="3600" b="1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HK" altLang="zh-CN" sz="3600" b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𝐩</m:t>
                                            </m:r>
                                          </m:e>
                                          <m:sub>
                                            <m:r>
                                              <a:rPr lang="en-HK" altLang="zh-CN" sz="3600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en-HK" altLang="zh-CN" sz="3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≤</m:t>
                                </m:r>
                                <m:r>
                                  <a:rPr lang="zh-CN" altLang="en-US" sz="3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𝜏</m:t>
                                </m:r>
                              </m:e>
                            </m:mr>
                            <m:mr>
                              <m:e>
                                <m:r>
                                  <a:rPr lang="en-HK" altLang="zh-CN" sz="3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lang="en-HK" altLang="zh-CN" sz="3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≠</m:t>
                                </m:r>
                                <m:r>
                                  <a:rPr lang="en-HK" altLang="zh-CN" sz="3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HK" altLang="zh-Hans-HK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HK" altLang="zh-Hans-HK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range query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b>
                        <m:sSub>
                          <m:sSubPr>
                            <m:ctrlPr>
                              <a:rPr lang="en-HK" altLang="zh-Hans-HK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Hans-HK" altLang="en-HK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HK" altLang="zh-Hans-HK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HK" altLang="zh-CN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HK" altLang="zh-Hans-HK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Hans-HK" altLang="en-HK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HK" altLang="zh-Hans-HK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HK" altLang="zh-CN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HK" altLang="zh-CN" sz="3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HK" altLang="zh-CN" sz="3600" b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𝐩</m:t>
                            </m:r>
                          </m:e>
                          <m:sub>
                            <m:r>
                              <a:rPr lang="en-HK" altLang="zh-CN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HK" altLang="zh-CN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HK" altLang="zh-CN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HK" altLang="zh-CN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HK" altLang="zh-CN" sz="3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HK" altLang="zh-CN" sz="3600" b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𝐩</m:t>
                                </m:r>
                              </m:e>
                              <m:sub>
                                <m:r>
                                  <a:rPr lang="en-HK" altLang="zh-CN" sz="3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the largest spatial threshold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altLang="zh-Hans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Hans-HK" altLang="en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HK" altLang="zh-Hans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the largest temporal threshold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altLang="zh-Hans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Hans-HK" altLang="en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HK" altLang="zh-Hans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covers the range query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b>
                        <m:sSub>
                          <m:sSubPr>
                            <m:ctrlPr>
                              <a:rPr lang="en-HK" altLang="zh-Hans-HK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Hans-HK" altLang="en-HK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HK" altLang="zh-Hans-HK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sub>
                        </m:sSub>
                        <m:r>
                          <a:rPr lang="en-HK" altLang="zh-CN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HK" altLang="zh-Hans-HK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Hans-HK" altLang="en-HK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HK" altLang="zh-Hans-HK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HK" altLang="zh-CN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HK" altLang="zh-CN" sz="3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HK" altLang="zh-CN" sz="3600" b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𝐩</m:t>
                            </m:r>
                          </m:e>
                          <m:sub>
                            <m:r>
                              <a:rPr lang="en-HK" altLang="zh-CN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HK" altLang="zh-CN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HK" altLang="zh-CN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HK" altLang="zh-CN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HK" altLang="zh-CN" sz="3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HK" altLang="zh-CN" sz="3600" b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𝐩</m:t>
                                </m:r>
                              </m:e>
                              <m:sub>
                                <m:r>
                                  <a:rPr lang="en-HK" altLang="zh-CN" sz="3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each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HK" altLang="zh-Hans-HK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HK" altLang="zh-Hans-HK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Hans-HK" altLang="en-HK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HK" altLang="zh-Hans-HK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sub>
                        </m:sSub>
                        <m:r>
                          <a:rPr lang="en-HK" altLang="zh-CN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HK" altLang="zh-Hans-HK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Hans-HK" altLang="en-HK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HK" altLang="zh-Hans-HK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sub>
                        </m:sSub>
                      </m:e>
                    </m:d>
                  </m:oMath>
                </a14:m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-threshold pair.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HK" altLang="zh-CN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  <m:r>
                            <a:rPr lang="en-HK" altLang="zh-CN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HK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HK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HK" altLang="zh-CN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sub>
                      </m:sSub>
                      <m:r>
                        <a:rPr lang="en-HK" altLang="zh-CN" sz="3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HK" altLang="zh-CN" sz="3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HK" altLang="zh-CN" sz="3600" b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𝐩</m:t>
                          </m:r>
                        </m:e>
                        <m:sub>
                          <m:r>
                            <a:rPr lang="en-HK" altLang="zh-CN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HK" altLang="zh-CN" sz="3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HK" altLang="zh-CN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HK" altLang="zh-CN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sSub>
                            <m:sSubPr>
                              <m:ctrlPr>
                                <a:rPr lang="en-HK" altLang="zh-CN" sz="36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altLang="zh-CN" sz="3600" b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𝐩</m:t>
                              </m:r>
                            </m:e>
                            <m:sub>
                              <m:r>
                                <a:rPr lang="en-HK" altLang="zh-CN" sz="3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HK" altLang="zh-CN" sz="3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HK" altLang="zh-CN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⊆</m:t>
                      </m:r>
                      <m:sSub>
                        <m:sSubPr>
                          <m:ctrlPr>
                            <a:rPr lang="en-US" altLang="zh-CN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HK" altLang="zh-CN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  <m:r>
                            <a:rPr lang="en-HK" altLang="zh-CN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HK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HK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HK" altLang="zh-CN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sub>
                      </m:sSub>
                      <m:r>
                        <a:rPr lang="en-HK" altLang="zh-CN" sz="3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HK" altLang="zh-CN" sz="3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HK" altLang="zh-CN" sz="3600" b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𝐩</m:t>
                          </m:r>
                        </m:e>
                        <m:sub>
                          <m:r>
                            <a:rPr lang="en-HK" altLang="zh-CN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HK" altLang="zh-CN" sz="3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HK" altLang="zh-CN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HK" altLang="zh-CN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sSub>
                            <m:sSubPr>
                              <m:ctrlPr>
                                <a:rPr lang="en-HK" altLang="zh-CN" sz="36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altLang="zh-CN" sz="3600" b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𝐩</m:t>
                              </m:r>
                            </m:e>
                            <m:sub>
                              <m:r>
                                <a:rPr lang="en-HK" altLang="zh-CN" sz="3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HK" altLang="zh-CN" sz="3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HK" altLang="zh-Hans-HK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HK" altLang="zh-Hans-HK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Complexity: </a:t>
                </a:r>
                <a14:m>
                  <m:oMath xmlns:m="http://schemas.openxmlformats.org/officeDocument/2006/math">
                    <m:r>
                      <a:rPr lang="en-HK" altLang="zh-Hans-HK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HK" altLang="zh-Hans-HK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HK" altLang="zh-Hans-HK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sSup>
                      <m:sSupPr>
                        <m:ctrlPr>
                          <a:rPr lang="en-HK" altLang="zh-Hans-HK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HK" altLang="zh-Hans-HK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HK" altLang="zh-Hans-HK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HK" altLang="zh-Hans-HK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HK" altLang="zh-Hans-HK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𝐿𝑆𝑇𝑛</m:t>
                    </m:r>
                    <m:r>
                      <a:rPr lang="en-HK" altLang="zh-Hans-HK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</a:t>
                </a: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Distribution: </a:t>
                </a:r>
                <a14:m>
                  <m:oMath xmlns:m="http://schemas.openxmlformats.org/officeDocument/2006/math">
                    <m:r>
                      <a:rPr lang="en-HK" altLang="zh-Hans-HK" sz="3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HK" altLang="zh-Hans-HK" sz="3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HK" altLang="zh-Hans-HK" sz="3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HK" altLang="zh-Hans-HK" sz="3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HK" altLang="zh-Hans-HK" sz="3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𝑆𝑇</m:t>
                    </m:r>
                    <m:r>
                      <a:rPr lang="en-HK" altLang="zh-Hans-HK" sz="3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each data point.</a:t>
                </a: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Aggregation: </a:t>
                </a:r>
                <a14:m>
                  <m:oMath xmlns:m="http://schemas.openxmlformats.org/officeDocument/2006/math">
                    <m:r>
                      <a:rPr lang="en-HK" altLang="zh-Hans-HK" sz="3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HK" altLang="zh-Hans-HK" sz="3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HK" altLang="zh-Hans-HK" sz="3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𝑆𝑇</m:t>
                    </m:r>
                    <m:r>
                      <a:rPr lang="en-HK" altLang="zh-Hans-HK" sz="3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HK" altLang="zh-Hans-HK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each data point.</a:t>
                </a:r>
                <a:endParaRPr lang="en-HK" altLang="zh-CN" sz="360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95FAF42-E9B8-E1D4-137D-D7495F228F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949" y="24355945"/>
                <a:ext cx="13402667" cy="10036337"/>
              </a:xfrm>
              <a:prstGeom prst="rect">
                <a:avLst/>
              </a:prstGeom>
              <a:blipFill>
                <a:blip r:embed="rId8"/>
                <a:stretch>
                  <a:fillRect l="-1273" t="-971" r="-1819" b="-1093"/>
                </a:stretch>
              </a:blipFill>
            </p:spPr>
            <p:txBody>
              <a:bodyPr/>
              <a:lstStyle/>
              <a:p>
                <a:r>
                  <a:rPr lang="zh-Hans-HK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Picture 36">
            <a:extLst>
              <a:ext uri="{FF2B5EF4-FFF2-40B4-BE49-F238E27FC236}">
                <a16:creationId xmlns:a16="http://schemas.microsoft.com/office/drawing/2014/main" id="{3887FD77-C726-F67A-AF38-00CDDB1980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319637" y="24470245"/>
            <a:ext cx="6490913" cy="388471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725BE49-773B-B5FE-B834-F6C9A30E8252}"/>
              </a:ext>
            </a:extLst>
          </p:cNvPr>
          <p:cNvSpPr txBox="1"/>
          <p:nvPr/>
        </p:nvSpPr>
        <p:spPr>
          <a:xfrm>
            <a:off x="17894634" y="28354958"/>
            <a:ext cx="19672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ans-HK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idea</a:t>
            </a:r>
            <a:endParaRPr lang="zh-Hans-HK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CE1C9D2-CCD2-ABE1-24F7-531C9E3F0EB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560938" y="24175429"/>
            <a:ext cx="6829593" cy="432337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41F7CDA7-C8CB-8962-11C1-D88715649DF0}"/>
              </a:ext>
            </a:extLst>
          </p:cNvPr>
          <p:cNvSpPr txBox="1"/>
          <p:nvPr/>
        </p:nvSpPr>
        <p:spPr>
          <a:xfrm>
            <a:off x="24562134" y="28354958"/>
            <a:ext cx="24160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ans-HK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</a:t>
            </a:r>
            <a:endParaRPr lang="zh-Hans-HK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A91AA6C6-E5D3-2F8E-2D04-66D4C98EAE0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487903" y="29239122"/>
            <a:ext cx="12146070" cy="422969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B1A7240-BA4A-7054-F4BB-5AF201489B67}"/>
              </a:ext>
            </a:extLst>
          </p:cNvPr>
          <p:cNvSpPr txBox="1"/>
          <p:nvPr/>
        </p:nvSpPr>
        <p:spPr>
          <a:xfrm>
            <a:off x="21314443" y="33608440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ans-HK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Aggregation</a:t>
            </a:r>
            <a:endParaRPr lang="zh-Hans-HK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ectangle 271">
            <a:extLst>
              <a:ext uri="{FF2B5EF4-FFF2-40B4-BE49-F238E27FC236}">
                <a16:creationId xmlns:a16="http://schemas.microsoft.com/office/drawing/2014/main" id="{D03352EA-C286-9BB5-2701-1D40E64577A7}"/>
              </a:ext>
            </a:extLst>
          </p:cNvPr>
          <p:cNvSpPr/>
          <p:nvPr/>
        </p:nvSpPr>
        <p:spPr>
          <a:xfrm>
            <a:off x="-31918" y="34416405"/>
            <a:ext cx="30275213" cy="97546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8" name="矩形 11">
            <a:extLst>
              <a:ext uri="{FF2B5EF4-FFF2-40B4-BE49-F238E27FC236}">
                <a16:creationId xmlns:a16="http://schemas.microsoft.com/office/drawing/2014/main" id="{122CF14B-837F-6CF4-37F1-D96025009706}"/>
              </a:ext>
            </a:extLst>
          </p:cNvPr>
          <p:cNvSpPr/>
          <p:nvPr/>
        </p:nvSpPr>
        <p:spPr>
          <a:xfrm>
            <a:off x="9301443" y="34395303"/>
            <a:ext cx="1363718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HK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Theoretical and Experimental  Results</a:t>
            </a:r>
            <a:endParaRPr lang="zh-HK" altLang="en-US" sz="6000" dirty="0">
              <a:solidFill>
                <a:schemeClr val="bg1"/>
              </a:solidFill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A735C9B1-5CDA-EDA4-8047-85880FD5623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67143" y="35494312"/>
            <a:ext cx="21498599" cy="3371407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A19BB835-B287-AE4A-D131-00FE642955E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2034" y="39161260"/>
            <a:ext cx="11232157" cy="35360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C11EEC65-4BA4-879A-7F8D-881E84FBF3B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033985" y="39201920"/>
            <a:ext cx="17819194" cy="3642503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E7270688-4677-E30C-A879-C2C79B787F0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680249" y="5531647"/>
            <a:ext cx="2563046" cy="250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937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138</TotalTime>
  <Words>405</Words>
  <Application>Microsoft Office PowerPoint</Application>
  <PresentationFormat>Custom</PresentationFormat>
  <Paragraphs>48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Tsz Nam Chan</dc:creator>
  <cp:lastModifiedBy>Tsz Nam Chan</cp:lastModifiedBy>
  <cp:revision>1</cp:revision>
  <dcterms:created xsi:type="dcterms:W3CDTF">2026-04-27T13:59:10Z</dcterms:created>
  <dcterms:modified xsi:type="dcterms:W3CDTF">2026-04-27T16:17:33Z</dcterms:modified>
</cp:coreProperties>
</file>