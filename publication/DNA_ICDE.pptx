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2" r:id="rId16"/>
  </p:sldIdLst>
  <p:sldSz cx="12192000" cy="6858000"/>
  <p:notesSz cx="6858000" cy="9144000"/>
  <p:defaultTextStyle>
    <a:defPPr>
      <a:defRPr lang="zh-Hans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21E09B-5E7D-4996-A0BD-E84DEBF2373F}" v="1" dt="2026-04-27T10:44:39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z Nam Chan" userId="d72bc0ce159372cc" providerId="LiveId" clId="{D0A54EB6-4CA2-42C5-ABC6-C64AAD2F7BCD}"/>
    <pc:docChg chg="undo custSel addSld delSld modSld">
      <pc:chgData name="Tsz Nam Chan" userId="d72bc0ce159372cc" providerId="LiveId" clId="{D0A54EB6-4CA2-42C5-ABC6-C64AAD2F7BCD}" dt="2026-04-24T17:41:59.576" v="2098" actId="14100"/>
      <pc:docMkLst>
        <pc:docMk/>
      </pc:docMkLst>
      <pc:sldChg chg="modSp mod">
        <pc:chgData name="Tsz Nam Chan" userId="d72bc0ce159372cc" providerId="LiveId" clId="{D0A54EB6-4CA2-42C5-ABC6-C64AAD2F7BCD}" dt="2026-04-24T17:41:59.576" v="2098" actId="14100"/>
        <pc:sldMkLst>
          <pc:docMk/>
          <pc:sldMk cId="2141903517" sldId="262"/>
        </pc:sldMkLst>
        <pc:spChg chg="mod">
          <ac:chgData name="Tsz Nam Chan" userId="d72bc0ce159372cc" providerId="LiveId" clId="{D0A54EB6-4CA2-42C5-ABC6-C64AAD2F7BCD}" dt="2026-04-24T17:41:59.576" v="2098" actId="14100"/>
          <ac:spMkLst>
            <pc:docMk/>
            <pc:sldMk cId="2141903517" sldId="262"/>
            <ac:spMk id="3" creationId="{AC167EB2-EBA6-D7F6-F772-66A30B0D4DF4}"/>
          </ac:spMkLst>
        </pc:spChg>
      </pc:sldChg>
      <pc:sldChg chg="modSp mod">
        <pc:chgData name="Tsz Nam Chan" userId="d72bc0ce159372cc" providerId="LiveId" clId="{D0A54EB6-4CA2-42C5-ABC6-C64AAD2F7BCD}" dt="2026-04-24T12:17:17.415" v="0" actId="20577"/>
        <pc:sldMkLst>
          <pc:docMk/>
          <pc:sldMk cId="1282839074" sldId="264"/>
        </pc:sldMkLst>
        <pc:spChg chg="mod">
          <ac:chgData name="Tsz Nam Chan" userId="d72bc0ce159372cc" providerId="LiveId" clId="{D0A54EB6-4CA2-42C5-ABC6-C64AAD2F7BCD}" dt="2026-04-24T12:17:17.415" v="0" actId="20577"/>
          <ac:spMkLst>
            <pc:docMk/>
            <pc:sldMk cId="1282839074" sldId="264"/>
            <ac:spMk id="2" creationId="{AD69868B-755E-2801-0D10-36E115F45C1D}"/>
          </ac:spMkLst>
        </pc:spChg>
      </pc:sldChg>
      <pc:sldChg chg="addSp modSp new mod">
        <pc:chgData name="Tsz Nam Chan" userId="d72bc0ce159372cc" providerId="LiveId" clId="{D0A54EB6-4CA2-42C5-ABC6-C64AAD2F7BCD}" dt="2026-04-24T12:38:04.521" v="430" actId="1076"/>
        <pc:sldMkLst>
          <pc:docMk/>
          <pc:sldMk cId="3180958147" sldId="265"/>
        </pc:sldMkLst>
        <pc:spChg chg="mod">
          <ac:chgData name="Tsz Nam Chan" userId="d72bc0ce159372cc" providerId="LiveId" clId="{D0A54EB6-4CA2-42C5-ABC6-C64AAD2F7BCD}" dt="2026-04-24T12:18:24.335" v="75" actId="20577"/>
          <ac:spMkLst>
            <pc:docMk/>
            <pc:sldMk cId="3180958147" sldId="265"/>
            <ac:spMk id="2" creationId="{C4917F0B-EE9B-77FE-3AD6-2B7E42B7A296}"/>
          </ac:spMkLst>
        </pc:spChg>
        <pc:spChg chg="mod">
          <ac:chgData name="Tsz Nam Chan" userId="d72bc0ce159372cc" providerId="LiveId" clId="{D0A54EB6-4CA2-42C5-ABC6-C64AAD2F7BCD}" dt="2026-04-24T12:37:52.413" v="429" actId="20577"/>
          <ac:spMkLst>
            <pc:docMk/>
            <pc:sldMk cId="3180958147" sldId="265"/>
            <ac:spMk id="3" creationId="{FD9DE4D1-BE80-F7C1-EAAC-FC7362A33902}"/>
          </ac:spMkLst>
        </pc:spChg>
        <pc:spChg chg="add mod">
          <ac:chgData name="Tsz Nam Chan" userId="d72bc0ce159372cc" providerId="LiveId" clId="{D0A54EB6-4CA2-42C5-ABC6-C64AAD2F7BCD}" dt="2026-04-24T12:37:39.090" v="426" actId="1035"/>
          <ac:spMkLst>
            <pc:docMk/>
            <pc:sldMk cId="3180958147" sldId="265"/>
            <ac:spMk id="5" creationId="{538AE8B1-8D4E-9678-7A26-E58639E89AF0}"/>
          </ac:spMkLst>
        </pc:spChg>
        <pc:spChg chg="add mod">
          <ac:chgData name="Tsz Nam Chan" userId="d72bc0ce159372cc" providerId="LiveId" clId="{D0A54EB6-4CA2-42C5-ABC6-C64AAD2F7BCD}" dt="2026-04-24T12:37:39.090" v="426" actId="1035"/>
          <ac:spMkLst>
            <pc:docMk/>
            <pc:sldMk cId="3180958147" sldId="265"/>
            <ac:spMk id="6" creationId="{11015FE3-2F10-E2F6-CD43-1B64FC17FC37}"/>
          </ac:spMkLst>
        </pc:spChg>
        <pc:picChg chg="add mod">
          <ac:chgData name="Tsz Nam Chan" userId="d72bc0ce159372cc" providerId="LiveId" clId="{D0A54EB6-4CA2-42C5-ABC6-C64AAD2F7BCD}" dt="2026-04-24T12:38:04.521" v="430" actId="1076"/>
          <ac:picMkLst>
            <pc:docMk/>
            <pc:sldMk cId="3180958147" sldId="265"/>
            <ac:picMk id="4" creationId="{B14792BF-D210-B712-7A4C-C5F14CD998DA}"/>
          </ac:picMkLst>
        </pc:picChg>
      </pc:sldChg>
      <pc:sldChg chg="addSp modSp new mod">
        <pc:chgData name="Tsz Nam Chan" userId="d72bc0ce159372cc" providerId="LiveId" clId="{D0A54EB6-4CA2-42C5-ABC6-C64AAD2F7BCD}" dt="2026-04-24T17:04:50.802" v="1216" actId="20577"/>
        <pc:sldMkLst>
          <pc:docMk/>
          <pc:sldMk cId="1891396431" sldId="266"/>
        </pc:sldMkLst>
        <pc:spChg chg="mod">
          <ac:chgData name="Tsz Nam Chan" userId="d72bc0ce159372cc" providerId="LiveId" clId="{D0A54EB6-4CA2-42C5-ABC6-C64AAD2F7BCD}" dt="2026-04-24T17:04:50.802" v="1216" actId="20577"/>
          <ac:spMkLst>
            <pc:docMk/>
            <pc:sldMk cId="1891396431" sldId="266"/>
            <ac:spMk id="2" creationId="{88F0DC1C-3B45-7609-055A-1405470775AD}"/>
          </ac:spMkLst>
        </pc:spChg>
        <pc:spChg chg="mod">
          <ac:chgData name="Tsz Nam Chan" userId="d72bc0ce159372cc" providerId="LiveId" clId="{D0A54EB6-4CA2-42C5-ABC6-C64AAD2F7BCD}" dt="2026-04-24T12:44:55.518" v="759" actId="20577"/>
          <ac:spMkLst>
            <pc:docMk/>
            <pc:sldMk cId="1891396431" sldId="266"/>
            <ac:spMk id="3" creationId="{231D6735-1858-6AD0-BA9F-D85FDA080A08}"/>
          </ac:spMkLst>
        </pc:spChg>
        <pc:picChg chg="add mod">
          <ac:chgData name="Tsz Nam Chan" userId="d72bc0ce159372cc" providerId="LiveId" clId="{D0A54EB6-4CA2-42C5-ABC6-C64AAD2F7BCD}" dt="2026-04-24T12:43:28.633" v="647" actId="1076"/>
          <ac:picMkLst>
            <pc:docMk/>
            <pc:sldMk cId="1891396431" sldId="266"/>
            <ac:picMk id="5" creationId="{D7B902F0-1DD6-BE73-7CC3-58B493F729BD}"/>
          </ac:picMkLst>
        </pc:picChg>
      </pc:sldChg>
      <pc:sldChg chg="addSp delSp modSp new mod">
        <pc:chgData name="Tsz Nam Chan" userId="d72bc0ce159372cc" providerId="LiveId" clId="{D0A54EB6-4CA2-42C5-ABC6-C64AAD2F7BCD}" dt="2026-04-24T17:04:00.824" v="1183" actId="1076"/>
        <pc:sldMkLst>
          <pc:docMk/>
          <pc:sldMk cId="427895947" sldId="267"/>
        </pc:sldMkLst>
        <pc:spChg chg="mod">
          <ac:chgData name="Tsz Nam Chan" userId="d72bc0ce159372cc" providerId="LiveId" clId="{D0A54EB6-4CA2-42C5-ABC6-C64AAD2F7BCD}" dt="2026-04-24T16:53:29.652" v="918" actId="20577"/>
          <ac:spMkLst>
            <pc:docMk/>
            <pc:sldMk cId="427895947" sldId="267"/>
            <ac:spMk id="2" creationId="{FB9ED385-5E43-5637-506C-75D0181BD876}"/>
          </ac:spMkLst>
        </pc:spChg>
        <pc:spChg chg="add mod">
          <ac:chgData name="Tsz Nam Chan" userId="d72bc0ce159372cc" providerId="LiveId" clId="{D0A54EB6-4CA2-42C5-ABC6-C64AAD2F7BCD}" dt="2026-04-24T17:01:49.933" v="1171" actId="14100"/>
          <ac:spMkLst>
            <pc:docMk/>
            <pc:sldMk cId="427895947" sldId="267"/>
            <ac:spMk id="9" creationId="{DBB535D6-8224-EC99-1988-1A1E4BBF985B}"/>
          </ac:spMkLst>
        </pc:spChg>
        <pc:spChg chg="add mod">
          <ac:chgData name="Tsz Nam Chan" userId="d72bc0ce159372cc" providerId="LiveId" clId="{D0A54EB6-4CA2-42C5-ABC6-C64AAD2F7BCD}" dt="2026-04-24T17:03:04.799" v="1179" actId="1076"/>
          <ac:spMkLst>
            <pc:docMk/>
            <pc:sldMk cId="427895947" sldId="267"/>
            <ac:spMk id="11" creationId="{C08295FB-D99B-09DB-15BC-4BA246823397}"/>
          </ac:spMkLst>
        </pc:spChg>
        <pc:picChg chg="add mod">
          <ac:chgData name="Tsz Nam Chan" userId="d72bc0ce159372cc" providerId="LiveId" clId="{D0A54EB6-4CA2-42C5-ABC6-C64AAD2F7BCD}" dt="2026-04-24T17:04:00.824" v="1183" actId="1076"/>
          <ac:picMkLst>
            <pc:docMk/>
            <pc:sldMk cId="427895947" sldId="267"/>
            <ac:picMk id="13" creationId="{31F06E03-FEDA-B391-1A59-EEE79BFFA722}"/>
          </ac:picMkLst>
        </pc:picChg>
      </pc:sldChg>
      <pc:sldChg chg="addSp delSp modSp new mod">
        <pc:chgData name="Tsz Nam Chan" userId="d72bc0ce159372cc" providerId="LiveId" clId="{D0A54EB6-4CA2-42C5-ABC6-C64AAD2F7BCD}" dt="2026-04-24T17:20:09.893" v="1535" actId="1076"/>
        <pc:sldMkLst>
          <pc:docMk/>
          <pc:sldMk cId="1766643177" sldId="268"/>
        </pc:sldMkLst>
        <pc:spChg chg="mod">
          <ac:chgData name="Tsz Nam Chan" userId="d72bc0ce159372cc" providerId="LiveId" clId="{D0A54EB6-4CA2-42C5-ABC6-C64AAD2F7BCD}" dt="2026-04-24T17:05:25.958" v="1259" actId="1076"/>
          <ac:spMkLst>
            <pc:docMk/>
            <pc:sldMk cId="1766643177" sldId="268"/>
            <ac:spMk id="2" creationId="{82B1981E-F16D-3979-7D5E-1EBBC402F1F0}"/>
          </ac:spMkLst>
        </pc:spChg>
        <pc:spChg chg="add mod">
          <ac:chgData name="Tsz Nam Chan" userId="d72bc0ce159372cc" providerId="LiveId" clId="{D0A54EB6-4CA2-42C5-ABC6-C64AAD2F7BCD}" dt="2026-04-24T17:14:45.883" v="1385" actId="1038"/>
          <ac:spMkLst>
            <pc:docMk/>
            <pc:sldMk cId="1766643177" sldId="268"/>
            <ac:spMk id="6" creationId="{6BAB5453-75EE-4DAD-EECE-F6A694DD67E9}"/>
          </ac:spMkLst>
        </pc:spChg>
        <pc:spChg chg="add mod">
          <ac:chgData name="Tsz Nam Chan" userId="d72bc0ce159372cc" providerId="LiveId" clId="{D0A54EB6-4CA2-42C5-ABC6-C64AAD2F7BCD}" dt="2026-04-24T17:14:35.902" v="1358" actId="1037"/>
          <ac:spMkLst>
            <pc:docMk/>
            <pc:sldMk cId="1766643177" sldId="268"/>
            <ac:spMk id="7" creationId="{72966CD0-D201-EB74-0046-FC913F100F8E}"/>
          </ac:spMkLst>
        </pc:spChg>
        <pc:spChg chg="add mod">
          <ac:chgData name="Tsz Nam Chan" userId="d72bc0ce159372cc" providerId="LiveId" clId="{D0A54EB6-4CA2-42C5-ABC6-C64AAD2F7BCD}" dt="2026-04-24T17:14:52.129" v="1407" actId="1038"/>
          <ac:spMkLst>
            <pc:docMk/>
            <pc:sldMk cId="1766643177" sldId="268"/>
            <ac:spMk id="8" creationId="{9955C2DB-79FC-ADAA-5934-CB009FCFC371}"/>
          </ac:spMkLst>
        </pc:spChg>
        <pc:spChg chg="add mod">
          <ac:chgData name="Tsz Nam Chan" userId="d72bc0ce159372cc" providerId="LiveId" clId="{D0A54EB6-4CA2-42C5-ABC6-C64AAD2F7BCD}" dt="2026-04-24T17:15:39.127" v="1414" actId="1076"/>
          <ac:spMkLst>
            <pc:docMk/>
            <pc:sldMk cId="1766643177" sldId="268"/>
            <ac:spMk id="11" creationId="{DB21938A-DBFD-74E1-3D5B-46A7C98EFACC}"/>
          </ac:spMkLst>
        </pc:spChg>
        <pc:spChg chg="add mod">
          <ac:chgData name="Tsz Nam Chan" userId="d72bc0ce159372cc" providerId="LiveId" clId="{D0A54EB6-4CA2-42C5-ABC6-C64AAD2F7BCD}" dt="2026-04-24T17:20:09.893" v="1535" actId="1076"/>
          <ac:spMkLst>
            <pc:docMk/>
            <pc:sldMk cId="1766643177" sldId="268"/>
            <ac:spMk id="13" creationId="{191E57D8-07BC-0708-E511-556EF73EAD6A}"/>
          </ac:spMkLst>
        </pc:spChg>
        <pc:picChg chg="add mod">
          <ac:chgData name="Tsz Nam Chan" userId="d72bc0ce159372cc" providerId="LiveId" clId="{D0A54EB6-4CA2-42C5-ABC6-C64AAD2F7BCD}" dt="2026-04-24T17:14:35.902" v="1358" actId="1037"/>
          <ac:picMkLst>
            <pc:docMk/>
            <pc:sldMk cId="1766643177" sldId="268"/>
            <ac:picMk id="5" creationId="{8957E5FC-4896-0021-DB14-BCD8ED9224D2}"/>
          </ac:picMkLst>
        </pc:picChg>
        <pc:picChg chg="add mod">
          <ac:chgData name="Tsz Nam Chan" userId="d72bc0ce159372cc" providerId="LiveId" clId="{D0A54EB6-4CA2-42C5-ABC6-C64AAD2F7BCD}" dt="2026-04-24T17:16:44.435" v="1419" actId="1076"/>
          <ac:picMkLst>
            <pc:docMk/>
            <pc:sldMk cId="1766643177" sldId="268"/>
            <ac:picMk id="10" creationId="{39289B85-E3AE-9D9D-40F5-FBF35417D79C}"/>
          </ac:picMkLst>
        </pc:picChg>
      </pc:sldChg>
      <pc:sldChg chg="addSp delSp modSp new mod">
        <pc:chgData name="Tsz Nam Chan" userId="d72bc0ce159372cc" providerId="LiveId" clId="{D0A54EB6-4CA2-42C5-ABC6-C64AAD2F7BCD}" dt="2026-04-24T17:23:40.807" v="1581" actId="1076"/>
        <pc:sldMkLst>
          <pc:docMk/>
          <pc:sldMk cId="2977217612" sldId="269"/>
        </pc:sldMkLst>
        <pc:spChg chg="mod">
          <ac:chgData name="Tsz Nam Chan" userId="d72bc0ce159372cc" providerId="LiveId" clId="{D0A54EB6-4CA2-42C5-ABC6-C64AAD2F7BCD}" dt="2026-04-24T17:21:22.476" v="1570" actId="2711"/>
          <ac:spMkLst>
            <pc:docMk/>
            <pc:sldMk cId="2977217612" sldId="269"/>
            <ac:spMk id="2" creationId="{8C034EDC-1236-5CF7-B2E6-AC5C58100B8C}"/>
          </ac:spMkLst>
        </pc:spChg>
        <pc:picChg chg="add mod">
          <ac:chgData name="Tsz Nam Chan" userId="d72bc0ce159372cc" providerId="LiveId" clId="{D0A54EB6-4CA2-42C5-ABC6-C64AAD2F7BCD}" dt="2026-04-24T17:23:20.655" v="1576" actId="1076"/>
          <ac:picMkLst>
            <pc:docMk/>
            <pc:sldMk cId="2977217612" sldId="269"/>
            <ac:picMk id="5" creationId="{B8F3D8BD-3FA8-2A69-D5FE-357F45AAD792}"/>
          </ac:picMkLst>
        </pc:picChg>
        <pc:picChg chg="add mod">
          <ac:chgData name="Tsz Nam Chan" userId="d72bc0ce159372cc" providerId="LiveId" clId="{D0A54EB6-4CA2-42C5-ABC6-C64AAD2F7BCD}" dt="2026-04-24T17:23:40.807" v="1581" actId="1076"/>
          <ac:picMkLst>
            <pc:docMk/>
            <pc:sldMk cId="2977217612" sldId="269"/>
            <ac:picMk id="7" creationId="{5146D139-6C5C-DBAE-7AE9-F9B1ABA4DA75}"/>
          </ac:picMkLst>
        </pc:picChg>
      </pc:sldChg>
      <pc:sldChg chg="modSp new mod">
        <pc:chgData name="Tsz Nam Chan" userId="d72bc0ce159372cc" providerId="LiveId" clId="{D0A54EB6-4CA2-42C5-ABC6-C64AAD2F7BCD}" dt="2026-04-24T17:29:23.013" v="2091" actId="14100"/>
        <pc:sldMkLst>
          <pc:docMk/>
          <pc:sldMk cId="3105829345" sldId="270"/>
        </pc:sldMkLst>
        <pc:spChg chg="mod">
          <ac:chgData name="Tsz Nam Chan" userId="d72bc0ce159372cc" providerId="LiveId" clId="{D0A54EB6-4CA2-42C5-ABC6-C64AAD2F7BCD}" dt="2026-04-24T17:24:13.240" v="1595" actId="122"/>
          <ac:spMkLst>
            <pc:docMk/>
            <pc:sldMk cId="3105829345" sldId="270"/>
            <ac:spMk id="2" creationId="{82F19086-C7FF-616F-6276-CE0FAD8E1D90}"/>
          </ac:spMkLst>
        </pc:spChg>
        <pc:spChg chg="mod">
          <ac:chgData name="Tsz Nam Chan" userId="d72bc0ce159372cc" providerId="LiveId" clId="{D0A54EB6-4CA2-42C5-ABC6-C64AAD2F7BCD}" dt="2026-04-24T17:29:23.013" v="2091" actId="14100"/>
          <ac:spMkLst>
            <pc:docMk/>
            <pc:sldMk cId="3105829345" sldId="270"/>
            <ac:spMk id="3" creationId="{93072D79-3C19-93E0-81A2-ECC44A2E40A0}"/>
          </ac:spMkLst>
        </pc:spChg>
      </pc:sldChg>
      <pc:sldChg chg="add">
        <pc:chgData name="Tsz Nam Chan" userId="d72bc0ce159372cc" providerId="LiveId" clId="{D0A54EB6-4CA2-42C5-ABC6-C64AAD2F7BCD}" dt="2026-04-24T17:30:42.774" v="2095"/>
        <pc:sldMkLst>
          <pc:docMk/>
          <pc:sldMk cId="3277184418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ans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4E31A6-9336-4872-B963-AC75AAF5A368}" type="datetimeFigureOut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ans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ans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E657F-3600-4BE2-8AA4-794177532FF9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193171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ans-HK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E657F-3600-4BE2-8AA4-794177532FF9}" type="slidenum">
              <a:rPr lang="zh-Hans-HK" altLang="en-US" smtClean="0"/>
              <a:t>6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019989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A11FF-54C9-793E-27FA-A4C42D8D4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DA1A3-DD89-9782-8661-23393DA5E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ans-HK"/>
              <a:t>Click to edit Master subtitle style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57C5F-2137-F220-92BF-3FFDBFFC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226A1-7C3D-46E4-AABA-C12CD73123FB}" type="datetime1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04B05-011F-9390-CDC7-96F955B9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BF1C2-7259-D694-8CCE-CEA0B3B8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715505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F67A8-F05A-5798-BD77-6C9B732B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ADCA9-BF42-3FCE-5015-5F88105A9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53405-FA89-6FFE-4C79-19CE753EB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BF59-EC4A-46EA-AA70-8A014B909172}" type="datetime1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F75D1-C949-1CAD-099F-A9610222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736A-8583-48D7-7679-FCC2C0D9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58499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707AC-8DEC-3F1B-D144-64B29AED9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8AD90-60DD-23C9-4F7B-58D641FF5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AEE01-9C3B-28AA-4A19-798837CFB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DC8D9-48AA-4AC7-B100-981A741D8AE4}" type="datetime1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3826C-3B70-F6CA-4FD9-AAD3E7B7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E2D81-C754-45D6-B467-717D1CC3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65453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9F2E-8864-C6C0-480E-CD666918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77602-CC6E-0395-E57A-2FC939045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A9F24-ED30-CA71-16BF-C4825187B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2F785-CE0A-B018-97B6-A82507CFF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E0280-0E36-4AE9-8099-09A06D501F85}" type="datetime1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73139-3007-C1C0-31A0-42C0242E7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48A04-642B-9248-CA09-6D72F62F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25784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D127-63F7-B7C2-DE87-AD18F525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0D5BD-7542-3813-53F1-FAABF7935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498C6-88BD-98A5-761D-AD959B292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CA60A-EE24-1FC9-AA28-EB901E203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18A74A-47D1-0B36-08CB-4B676A99A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EF6675-37D9-F7CE-A6E8-9A2F7AB91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ED28-B3C8-478F-A0AA-1A4508519873}" type="datetime1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A294A0-5B8A-C83F-146D-32A4C42FB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5CFA02-7136-F851-3F7F-715F7381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884923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CCA7-9292-7214-2E8B-EFFF2ED56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33569-9C5E-0219-0692-A60E4D07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4FEFA-72BB-41BC-9010-0941BE842BD6}" type="datetime1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C0C4F-2D2B-1CE9-B818-1F55570CC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67350-FD24-4940-B23C-18C0C31E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92600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0BCF1E-E08C-70C8-B877-94422B603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78B50-00F3-4115-95DD-D75ADBB03646}" type="datetime1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4C2E5F-C043-6A8D-4653-5BDFB869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D4BAE-B3CD-C88C-2FC0-1890854A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619222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7D3D-7844-33F3-F894-8E81D3A7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1B9DF-3590-3A8B-45C1-932752D94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301B6-051E-950A-D753-5E0900430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7FC81-68A3-CCA1-4FC1-3690AFD36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4594-5F27-48C9-B1DA-037F74A64B27}" type="datetime1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86942-4919-993E-BBD2-BEEDB71B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FAC28-6374-085F-A278-A42367B5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08433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3EF5-25A6-1092-1B49-006C97589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26EA6-D5C9-6924-C7C0-C0346F85C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ans-HK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A459E-756D-EDBA-003C-92EFEEAB5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ans-HK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8404B-09CA-0CE3-8272-DABE1B761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6FB3-0203-43D3-A9D2-761EF6AE355A}" type="datetime1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94B3D-AD9F-9F1E-AE14-BBB2ABB72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B7881-DDCE-CB1B-31EB-B351F6F6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4196000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B5DFB-C3FA-F329-94A2-653130F0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865BC-0165-62FE-BE25-60D4DC2CB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F8EAB-29F5-2944-0445-E22C781B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7FB98-BCD8-4945-922B-2FF0C9920988}" type="datetime1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1C330-3A9A-9BC1-625D-4322102EC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B7096-6061-6665-42D3-8A814ABA9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749824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275260-9E88-A907-A449-C91E5EE9C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26C03-6843-0EF6-14D2-404DD6946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CAE71-10CA-C8C4-5434-80273F70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D08E-C7FF-41AF-A88F-07CAADC7BC5D}" type="datetime1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11F37-752B-866B-C6ED-4331F8937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3CD0D-6C8F-D958-743A-F95EAF99D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92009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92720-D75C-9B00-4AE7-99FB4BB05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ans-HK"/>
              <a:t>Click to edit Master title style</a:t>
            </a:r>
            <a:endParaRPr lang="zh-Hans-HK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178D0-15E3-D101-764E-1E3B42C65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ans-HK"/>
              <a:t>Click to edit Master text styles</a:t>
            </a:r>
          </a:p>
          <a:p>
            <a:pPr lvl="1"/>
            <a:r>
              <a:rPr lang="en-US" altLang="zh-Hans-HK"/>
              <a:t>Second level</a:t>
            </a:r>
          </a:p>
          <a:p>
            <a:pPr lvl="2"/>
            <a:r>
              <a:rPr lang="en-US" altLang="zh-Hans-HK"/>
              <a:t>Third level</a:t>
            </a:r>
          </a:p>
          <a:p>
            <a:pPr lvl="3"/>
            <a:r>
              <a:rPr lang="en-US" altLang="zh-Hans-HK"/>
              <a:t>Fourth level</a:t>
            </a:r>
          </a:p>
          <a:p>
            <a:pPr lvl="4"/>
            <a:r>
              <a:rPr lang="en-US" altLang="zh-Hans-HK"/>
              <a:t>Fifth level</a:t>
            </a:r>
            <a:endParaRPr lang="zh-Hans-HK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A976B-FEDF-E2EA-232D-1335C23C3E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9FAE1-B795-41D0-A35A-264E5E6AD1EF}" type="datetime1">
              <a:rPr lang="zh-Hans-HK" altLang="en-US" smtClean="0"/>
              <a:t>27/4/2026</a:t>
            </a:fld>
            <a:endParaRPr lang="zh-Hans-HK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AEC11-DF39-89FC-3DC3-9448EDB63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ans-HK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D9A52-83A8-DAB8-FB68-CA62749B9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DD808-523B-4CE5-9686-101986AC6182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31972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book/10.1007/978-981-95-4850-7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A79EE-D72D-60E7-481B-052ED3822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1" y="434228"/>
            <a:ext cx="12115799" cy="1407365"/>
          </a:xfrm>
        </p:spPr>
        <p:txBody>
          <a:bodyPr>
            <a:noAutofit/>
          </a:bodyPr>
          <a:lstStyle/>
          <a:p>
            <a:r>
              <a:rPr lang="en-US" altLang="zh-Hans-HK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DNA: A Distribution-and-Aggregation Solution for Spatiotemporal K-function-based Analysis</a:t>
            </a:r>
            <a:endParaRPr lang="zh-Hans-HK" alt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8F43267-6084-E011-8D60-BAF0DF6D5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7016" y="2609850"/>
            <a:ext cx="10274300" cy="1638300"/>
          </a:xfrm>
        </p:spPr>
        <p:txBody>
          <a:bodyPr>
            <a:normAutofit/>
          </a:bodyPr>
          <a:lstStyle/>
          <a:p>
            <a:r>
              <a:rPr lang="en-US" altLang="zh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(Edison) Tsz Nam Chan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Bojian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Zhu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Dingming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r>
              <a:rPr lang="en-US" altLang="zh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Renchi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Ruisheng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1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Shenzhen University        </a:t>
            </a:r>
            <a:r>
              <a:rPr lang="en-US" altLang="zh-HK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Hong Kong Baptist University</a:t>
            </a:r>
          </a:p>
        </p:txBody>
      </p:sp>
      <p:pic>
        <p:nvPicPr>
          <p:cNvPr id="5" name="Picture 2" descr="Hong Kong Baptist University – Say Yes To Breastfeeding">
            <a:extLst>
              <a:ext uri="{FF2B5EF4-FFF2-40B4-BE49-F238E27FC236}">
                <a16:creationId xmlns:a16="http://schemas.microsoft.com/office/drawing/2014/main" id="{7D06E30C-69F5-E6B6-E5E1-F5A987C0C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835" y="4305300"/>
            <a:ext cx="3610947" cy="1776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EC2662-070F-AA11-2942-BDDB55F14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097" y="4479222"/>
            <a:ext cx="1428949" cy="142894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0D26B-2218-DF29-10B6-B982FE78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F02A9-5B69-43F2-A623-9ECD00EE50B7}" type="slidenum">
              <a:rPr lang="zh-Hans-HK" altLang="en-US" smtClean="0"/>
              <a:t>1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01011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EEFDD-6F6B-D42D-2581-69406259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K-function?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174D6D-0D17-E6EA-3921-12C8DCF453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1500" y="1690688"/>
                <a:ext cx="10866120" cy="4946332"/>
              </a:xfrm>
            </p:spPr>
            <p:txBody>
              <a:bodyPr/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 the number of data points that are within the spatial threshold </a:t>
                </a:r>
                <a14:m>
                  <m:oMath xmlns:m="http://schemas.openxmlformats.org/officeDocument/2006/math">
                    <m:r>
                      <a:rPr lang="zh-Hans-HK" altLang="en-HK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Hans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each data point in a dataset.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this number is large, the dataset tends to be clustered. Otherwise, the dataset tends to be dispersed.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Hans-HK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174D6D-0D17-E6EA-3921-12C8DCF453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1500" y="1690688"/>
                <a:ext cx="10866120" cy="4946332"/>
              </a:xfrm>
              <a:blipFill>
                <a:blip r:embed="rId2"/>
                <a:stretch>
                  <a:fillRect l="-1010" t="-2094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D2B8046-D8AD-A799-5A14-A765FBCC7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631606"/>
            <a:ext cx="5882640" cy="247070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43CE-AF92-7179-CED1-85CBB6D46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2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346702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4783C-DC32-35E7-90E2-2A90687B8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K-function 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Hans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258C4B-2AB0-4E82-3DF6-B44523C3BB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534" y="1837690"/>
                <a:ext cx="6780449" cy="4351338"/>
              </a:xfrm>
            </p:spPr>
            <p:txBody>
              <a:bodyPr/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 the K-function values (with respect to different thresholds) for the original dataset (black curve).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zh-Hans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datasets and obtain the </a:t>
                </a:r>
                <a:r>
                  <a:rPr lang="en-HK" altLang="zh-Hans-HK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minimum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HK" altLang="zh-Hans-HK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K-function values for each threshold (the </a:t>
                </a:r>
                <a:r>
                  <a:rPr lang="en-HK" altLang="zh-Hans-HK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 dotted curve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HK" altLang="zh-Hans-HK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blue dotted curve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respectively).</a:t>
                </a:r>
                <a:endParaRPr lang="zh-Hans-HK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258C4B-2AB0-4E82-3DF6-B44523C3BB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534" y="1837690"/>
                <a:ext cx="6780449" cy="4351338"/>
              </a:xfrm>
              <a:blipFill>
                <a:blip r:embed="rId2"/>
                <a:stretch>
                  <a:fillRect l="-1619" t="-2381" r="-899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8A186B7-B950-DB02-3FC2-079317C70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983" y="1945322"/>
            <a:ext cx="5023857" cy="296735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CC227-E215-7D5D-B5E9-B2F8CD93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3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9045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B3B9-6E4B-AEC2-6DB2-E4EAAE9E1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K-function Plot?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06CE5-32D3-616A-E256-598EEDCD4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78" y="1688464"/>
            <a:ext cx="11407140" cy="5169536"/>
          </a:xfrm>
        </p:spPr>
        <p:txBody>
          <a:bodyPr>
            <a:normAutofit/>
          </a:bodyPr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whether the hotspots/clustering results are meaningful/significant.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suitable parameters for some clustering/hotspot detection methods.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FB3AF-8EC2-3E38-D89F-7D395226A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40" y="2752408"/>
            <a:ext cx="5023857" cy="29673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A4771E-0218-258B-F444-B591551DC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99323"/>
            <a:ext cx="5196196" cy="35204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3635C-572B-27CF-06F0-94DBDD4A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4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906668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0F0F5-F4FA-C0CB-F3EA-D0B3EE3F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K-function Can Be Misleading!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67F05F-4680-180B-6F5E-012CA17D0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730" y="1871344"/>
            <a:ext cx="11407140" cy="3805556"/>
          </a:xfrm>
        </p:spPr>
        <p:txBody>
          <a:bodyPr>
            <a:normAutofit/>
          </a:bodyPr>
          <a:lstStyle/>
          <a:p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consider the temporal component of each data point. 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</a:t>
            </a: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HK" altLang="zh-Hans-HK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790C8A-AECE-713D-C3B4-80DB445F9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" y="2433846"/>
            <a:ext cx="11178540" cy="291857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555CD1-1D57-0DE4-7C6D-DFAFFDD2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5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535289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2DF51-B41E-A788-2903-279789AA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Spatiotemporal K-function?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167EB2-EBA6-D7F6-F772-66A30B0D4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800" y="1819275"/>
                <a:ext cx="11825514" cy="3889375"/>
              </a:xfrm>
            </p:spPr>
            <p:txBody>
              <a:bodyPr/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set of data points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b="1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𝐩</m:t>
                                </m:r>
                              </m:e>
                              <m:sub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altLang="zh-Hans-HK" b="1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𝐩</m:t>
                                    </m:r>
                                  </m:e>
                                  <m:sub>
                                    <m: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b="1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𝐩</m:t>
                                </m:r>
                              </m:e>
                              <m:sub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altLang="zh-Hans-HK" b="1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𝐩</m:t>
                                    </m:r>
                                  </m:e>
                                  <m:sub>
                                    <m: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b="1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𝐩</m:t>
                                </m:r>
                              </m:e>
                              <m:sub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HK" altLang="zh-Hans-HK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altLang="zh-Hans-HK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HK" altLang="zh-Hans-HK" b="1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𝐩</m:t>
                                    </m:r>
                                  </m:e>
                                  <m:sub>
                                    <m:r>
                                      <a:rPr lang="en-HK" altLang="zh-Hans-HK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Hans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spatial threshold </a:t>
                </a:r>
                <a14:m>
                  <m:oMath xmlns:m="http://schemas.openxmlformats.org/officeDocument/2006/math">
                    <m:r>
                      <a:rPr lang="zh-Hans-HK" altLang="en-HK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zh-Hans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temporal threshold </a:t>
                </a:r>
                <a14:m>
                  <m:oMath xmlns:m="http://schemas.openxmlformats.org/officeDocument/2006/math">
                    <m:r>
                      <a:rPr lang="zh-Hans-HK" altLang="en-HK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spatiotemporal K-function is:</a:t>
                </a:r>
                <a:b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denotes the Euclidean distance.</a:t>
                </a:r>
              </a:p>
              <a:p>
                <a:endParaRPr lang="zh-Hans-HK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167EB2-EBA6-D7F6-F772-66A30B0D4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800" y="1819275"/>
                <a:ext cx="11825514" cy="3889375"/>
              </a:xfrm>
              <a:blipFill>
                <a:blip r:embed="rId3"/>
                <a:stretch>
                  <a:fillRect l="-928" t="-1881" r="-14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3C21C5-F81C-310A-BCF4-8036260AEFC7}"/>
                  </a:ext>
                </a:extLst>
              </p:cNvPr>
              <p:cNvSpPr txBox="1"/>
              <p:nvPr/>
            </p:nvSpPr>
            <p:spPr>
              <a:xfrm>
                <a:off x="1314450" y="3180711"/>
                <a:ext cx="9655913" cy="16142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altLang="zh-Hans-HK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Hans-HK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HK" altLang="zh-Hans-HK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HK" altLang="zh-Hans-HK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Hans-HK" altLang="en-HK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HK" altLang="zh-Hans-HK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Hans-HK" altLang="en-HK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</m:d>
                      <m:r>
                        <a:rPr lang="en-HK" altLang="zh-Hans-HK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altLang="zh-Hans-HK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Hans-HK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Hans-HK" sz="28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altLang="zh-Hans-HK" sz="2800" b="1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US" altLang="zh-Hans-HK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Hans-HK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Hans-HK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ans-HK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Hans-HK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Hans-HK" sz="2800" b="1" i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𝐩</m:t>
                                  </m:r>
                                </m:e>
                                <m:sub>
                                  <m:r>
                                    <a:rPr lang="en-US" altLang="zh-Hans-HK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Hans-HK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altLang="zh-Hans-HK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zh-Hans-HK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HK" altLang="zh-Hans-HK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HK" altLang="zh-Hans-HK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Hans-HK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Hans-HK" sz="28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Hans-HK" sz="2800" b="1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𝐩</m:t>
                                        </m:r>
                                      </m:e>
                                      <m:sub>
                                        <m:r>
                                          <a:rPr lang="en-HK" altLang="zh-Hans-HK" sz="2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altLang="zh-Hans-HK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Hans-HK" sz="2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Hans-HK" sz="28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Hans-HK" sz="2800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Hans-HK" sz="2800" b="1" i="0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𝐩</m:t>
                                            </m:r>
                                          </m:e>
                                          <m:sub>
                                            <m:r>
                                              <a:rPr lang="en-HK" altLang="zh-Hans-HK" sz="2800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altLang="zh-Hans-HK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  <m:r>
                                      <a:rPr lang="en-US" altLang="zh-Hans-HK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Hans-HK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𝑃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HK" altLang="zh-Hans-HK" sz="28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HK" altLang="zh-Hans-HK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≠</m:t>
                                    </m:r>
                                    <m:r>
                                      <a:rPr lang="en-HK" altLang="zh-Hans-HK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sub>
                            <m:sup/>
                            <m:e>
                              <m:r>
                                <a:rPr lang="zh-Hans-HK" altLang="en-HK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𝔗</m:t>
                              </m:r>
                              <m:d>
                                <m:dPr>
                                  <m:ctrlPr>
                                    <a:rPr lang="en-US" altLang="zh-Hans-HK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HK" altLang="zh-Hans-HK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HK" altLang="zh-Hans-HK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Hans-HK" sz="28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Hans-HK" sz="2800" b="1" i="0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𝐩</m:t>
                                          </m:r>
                                        </m:e>
                                        <m:sub>
                                          <m:r>
                                            <a:rPr lang="en-US" altLang="zh-Hans-HK" sz="2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HK" altLang="zh-Hans-HK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Hans-HK" sz="28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Hans-HK" sz="2800" b="1" i="0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𝐩</m:t>
                                          </m:r>
                                        </m:e>
                                        <m:sub>
                                          <m:r>
                                            <a:rPr lang="en-HK" altLang="zh-Hans-HK" sz="2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HK" altLang="zh-Hans-HK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≤</m:t>
                                  </m:r>
                                  <m:r>
                                    <a:rPr lang="zh-Hans-HK" altLang="en-HK" sz="28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  <m:r>
                                    <a:rPr lang="en-HK" altLang="zh-Hans-HK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HK" altLang="zh-Hans-HK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HK" altLang="zh-Hans-HK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HK" altLang="zh-Hans-HK" sz="2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HK" altLang="zh-Hans-HK" sz="2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Hans-HK" sz="2800" b="1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Hans-HK" sz="2800" b="1" i="0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𝐩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Hans-HK" sz="28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HK" altLang="zh-Hans-HK" sz="2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Hans-HK" sz="2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Hans-HK" sz="2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Hans-HK" sz="28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Hans-HK" sz="2800" b="1" i="0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𝐩</m:t>
                                              </m:r>
                                            </m:e>
                                            <m:sub>
                                              <m:r>
                                                <a:rPr lang="en-HK" altLang="zh-Hans-HK" sz="2800" b="0" i="1" smtClean="0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  <m:r>
                                    <a:rPr lang="en-HK" altLang="zh-Hans-HK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≤</m:t>
                                  </m:r>
                                  <m:r>
                                    <a:rPr lang="zh-Hans-HK" altLang="en-HK" sz="28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Hans-HK" alt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3C21C5-F81C-310A-BCF4-8036260AE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0" y="3180711"/>
                <a:ext cx="9655913" cy="16142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3BBE858-E57D-D3F8-B669-79B0A53CA7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7447" y="4147961"/>
            <a:ext cx="3620005" cy="25244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3989C-A35B-4869-098C-7D60BD8D0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6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141903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116A4-B80B-7D9E-DE85-FBA65AD1A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Spatiotemporal K-function 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Hans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DAF70-A72E-39FD-9E52-19E1EBFBB3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2100" y="1690688"/>
                <a:ext cx="6308483" cy="4802187"/>
              </a:xfrm>
            </p:spPr>
            <p:txBody>
              <a:bodyPr/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the spatiotemporal K-functions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HK" altLang="zh-Hans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HK" altLang="zh-Hans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Hans-HK" altLang="en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  <m:r>
                          <a:rPr lang="en-HK" altLang="zh-Hans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Hans-HK" altLang="en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the original dataset </a:t>
                </a:r>
                <a14:m>
                  <m:oMath xmlns:m="http://schemas.openxmlformats.org/officeDocument/2006/math">
                    <m:r>
                      <a:rPr lang="en-HK" altLang="zh-Hans-HK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(size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with respect to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zh-Hans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 thresholds,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Hans-HK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HK" altLang="zh-Hans-HK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zh-Hans-HK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thresholds,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Hans-HK" altLang="en-HK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Hans-HK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Hans-HK" altLang="en-HK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HK" altLang="zh-Hans-HK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Hans-HK" altLang="en-HK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(green plane).</a:t>
                </a: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datasets,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the same size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compute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ℒ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zh-Hans-HK" altLang="en-HK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HK" altLang="zh-Hans-HK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zh-Hans-HK" altLang="en-HK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zh-Hans-HK" altLang="en-HK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𝒰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zh-Hans-HK" altLang="en-HK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HK" altLang="zh-Hans-HK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zh-Hans-HK" altLang="en-HK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each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Hans-HK" altLang="en-HK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  <m:r>
                          <a:rPr lang="en-HK" altLang="zh-Hans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zh-Hans-HK" altLang="en-HK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-pair.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DAF70-A72E-39FD-9E52-19E1EBFBB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100" y="1690688"/>
                <a:ext cx="6308483" cy="4802187"/>
              </a:xfrm>
              <a:blipFill>
                <a:blip r:embed="rId2"/>
                <a:stretch>
                  <a:fillRect l="-1739" t="-2157" r="-2029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0297F00-C667-1C74-80FD-294439C0D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583" y="1571625"/>
            <a:ext cx="5236011" cy="49212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D8F4B7-E6C1-A4EB-C273-9F08B9E04B5C}"/>
                  </a:ext>
                </a:extLst>
              </p:cNvPr>
              <p:cNvSpPr txBox="1"/>
              <p:nvPr/>
            </p:nvSpPr>
            <p:spPr>
              <a:xfrm>
                <a:off x="292099" y="5844389"/>
                <a:ext cx="6308483" cy="1013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altLang="zh-Hans-HK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ℒ</m:t>
                      </m:r>
                      <m:d>
                        <m:dPr>
                          <m:ctrlPr>
                            <a:rPr lang="en-HK" altLang="zh-Hans-H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Hans-HK" altLang="en-HK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HK" altLang="zh-Hans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Hans-HK" altLang="en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</m:d>
                      <m:r>
                        <a:rPr lang="en-HK" altLang="zh-Hans-HK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HK" altLang="zh-Hans-HK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HK" altLang="zh-Hans-HK" sz="20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HK" altLang="zh-Hans-HK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Hans-HK" altLang="en-HK" sz="2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  <m:r>
                                    <a:rPr lang="en-HK" altLang="zh-Hans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zh-Hans-HK" altLang="en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HK" altLang="zh-Hans-HK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Hans-HK" altLang="en-HK" sz="2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  <m:r>
                                    <a:rPr lang="en-HK" altLang="zh-Hans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zh-Hans-HK" altLang="en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HK" altLang="zh-Hans-HK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Hans-HK" altLang="en-HK" sz="2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  <m:r>
                                    <a:rPr lang="en-HK" altLang="zh-Hans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zh-Hans-HK" altLang="en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HK" altLang="zh-Hans-HK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ans-HK" altLang="en-HK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𝒰</m:t>
                      </m:r>
                      <m:d>
                        <m:dPr>
                          <m:ctrlPr>
                            <a:rPr lang="en-HK" altLang="zh-Hans-H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Hans-HK" altLang="en-HK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HK" altLang="zh-Hans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Hans-HK" altLang="en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</m:d>
                      <m:r>
                        <a:rPr lang="en-HK" altLang="zh-Hans-HK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HK" altLang="zh-Hans-HK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HK" altLang="zh-Hans-HK" sz="20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HK" altLang="zh-Hans-HK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Hans-HK" altLang="en-HK" sz="2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  <m:r>
                                    <a:rPr lang="en-HK" altLang="zh-Hans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zh-Hans-HK" altLang="en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HK" altLang="zh-Hans-HK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Hans-HK" altLang="en-HK" sz="2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  <m:r>
                                    <a:rPr lang="en-HK" altLang="zh-Hans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zh-Hans-HK" altLang="en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HK" altLang="zh-Hans-HK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HK" altLang="zh-Hans-HK" sz="2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HK" altLang="zh-Hans-HK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Hans-HK" altLang="en-HK" sz="20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  <m:r>
                                    <a:rPr lang="en-HK" altLang="zh-Hans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zh-Hans-HK" altLang="en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HK" altLang="zh-Hans-HK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D8F4B7-E6C1-A4EB-C273-9F08B9E04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99" y="5844389"/>
                <a:ext cx="6308483" cy="10136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14231-9016-0251-0133-0EB40A74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7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427223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9868B-755E-2801-0D10-36E115F4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Hans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K-function Plot is Slow!</a:t>
            </a:r>
            <a:endParaRPr lang="zh-Hans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7F021D-C95E-048B-FF8C-A2604B3333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236200" cy="4351338"/>
              </a:xfrm>
            </p:spPr>
            <p:txBody>
              <a:bodyPr/>
              <a:lstStyle/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for generating a spatiotemporal K-function plot is </a:t>
                </a:r>
                <a14:m>
                  <m:oMath xmlns:m="http://schemas.openxmlformats.org/officeDocument/2006/math"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𝐿𝑆𝑇</m:t>
                    </m:r>
                    <m:sSup>
                      <m:sSupPr>
                        <m:ctrlP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HK" altLang="zh-Hans-HK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HK" altLang="zh-Hans-HK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</a:t>
                </a:r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Hans-HK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lvl="1"/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random datasets: 4</a:t>
                </a:r>
              </a:p>
              <a:p>
                <a:pPr lvl="1"/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data points: 1,000,000</a:t>
                </a:r>
              </a:p>
              <a:p>
                <a:pPr lvl="1"/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spatial thresholds: 60</a:t>
                </a:r>
              </a:p>
              <a:p>
                <a:pPr lvl="1"/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temporal thresholds: 20</a:t>
                </a:r>
              </a:p>
              <a:p>
                <a:pPr lvl="1"/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number of operations: </a:t>
                </a:r>
                <a:r>
                  <a:rPr lang="en-HK" altLang="zh-Hans-HK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6000 Trillions </a:t>
                </a:r>
                <a:r>
                  <a:rPr lang="en-HK" altLang="zh-Hans-HK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</a:t>
                </a:r>
                <a:endParaRPr lang="en-HK" altLang="zh-Hans-HK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7F021D-C95E-048B-FF8C-A2604B3333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236200" cy="4351338"/>
              </a:xfrm>
              <a:blipFill>
                <a:blip r:embed="rId2"/>
                <a:stretch>
                  <a:fillRect l="-1072" t="-2381"/>
                </a:stretch>
              </a:blipFill>
            </p:spPr>
            <p:txBody>
              <a:bodyPr/>
              <a:lstStyle/>
              <a:p>
                <a:r>
                  <a:rPr lang="zh-Hans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BCF7A-168B-E3F2-CE0E-EE87D93A2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8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282839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17F0B-EE9B-77FE-3AD6-2B7E42B7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Range-Query-based Solution (RQS)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DE4D1-BE80-F7C1-EAAC-FC7362A339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652" y="1761990"/>
                <a:ext cx="8290810" cy="5328358"/>
              </a:xfrm>
            </p:spPr>
            <p:txBody>
              <a:bodyPr/>
              <a:lstStyle/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range query set for each data point </a:t>
                </a:r>
                <a14:m>
                  <m:oMath xmlns:m="http://schemas.openxmlformats.org/officeDocument/2006/math"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HK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𝐩</m:t>
                        </m:r>
                      </m:e>
                      <m:sub>
                        <m:r>
                          <a:rPr lang="en-HK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en-HK" altLang="zh-CN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CN" b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HK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the Spatiotemporal K-function.</a:t>
                </a: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Many tree structures are available.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</a:t>
                </a:r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Cannot reduce the time complexity.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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DE4D1-BE80-F7C1-EAAC-FC7362A339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652" y="1761990"/>
                <a:ext cx="8290810" cy="5328358"/>
              </a:xfrm>
              <a:blipFill>
                <a:blip r:embed="rId2"/>
                <a:stretch>
                  <a:fillRect l="-1324" t="-18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14792BF-D210-B712-7A4C-C5F14CD99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412" y="1557897"/>
            <a:ext cx="3620005" cy="2524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8AE8B1-8D4E-9678-7A26-E58639E89AF0}"/>
                  </a:ext>
                </a:extLst>
              </p:cNvPr>
              <p:cNvSpPr txBox="1"/>
              <p:nvPr/>
            </p:nvSpPr>
            <p:spPr>
              <a:xfrm>
                <a:off x="379127" y="2551035"/>
                <a:ext cx="7813741" cy="959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zh-CN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HK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HK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HK" altLang="zh-C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HK" altLang="zh-CN" sz="2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CN" sz="2400" b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HK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HK" altLang="zh-C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HK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sSub>
                            <m:sSubPr>
                              <m:ctrlPr>
                                <a:rPr lang="en-HK" altLang="zh-CN" sz="2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CN" sz="2400" b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HK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HK" altLang="zh-C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HK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HK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HK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HK" altLang="zh-CN" sz="2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CN" sz="2400" b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HK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HK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HK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CN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HK" altLang="zh-CN" sz="24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CN" sz="2400" b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𝐩</m:t>
                                  </m:r>
                                </m:e>
                                <m:sub>
                                  <m:r>
                                    <a:rPr lang="en-HK" altLang="zh-CN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  <m:r>
                            <a:rPr lang="en-HK" altLang="zh-C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HK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HK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HK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: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HK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HK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HK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HK" altLang="zh-CN" sz="24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HK" altLang="zh-CN" sz="2400" b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𝐩</m:t>
                                        </m:r>
                                      </m:e>
                                      <m:sub>
                                        <m:r>
                                          <a:rPr lang="en-HK" altLang="zh-CN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HK" altLang="zh-CN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HK" altLang="zh-CN" sz="24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HK" altLang="zh-CN" sz="2400" b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𝐩</m:t>
                                        </m:r>
                                      </m:e>
                                      <m:sub>
                                        <m:r>
                                          <a:rPr lang="en-HK" altLang="zh-CN" sz="24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HK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zh-CN" altLang="en-HK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𝜎</m:t>
                                </m:r>
                                <m:r>
                                  <a:rPr lang="en-HK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HK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HK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HK" altLang="zh-CN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HK" altLang="zh-C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HK" altLang="zh-CN" sz="2400" b="1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HK" altLang="zh-CN" sz="2400" b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𝐩</m:t>
                                            </m:r>
                                          </m:e>
                                          <m:sub>
                                            <m:r>
                                              <a:rPr lang="en-HK" altLang="zh-CN" sz="2400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HK" altLang="zh-C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HK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HK" altLang="zh-CN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HK" altLang="zh-CN" sz="2400" b="1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HK" altLang="zh-CN" sz="2400" b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𝐩</m:t>
                                            </m:r>
                                          </m:e>
                                          <m:sub>
                                            <m:r>
                                              <a:rPr lang="en-HK" altLang="zh-CN" sz="2400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HK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zh-CN" alt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e>
                            </m:mr>
                            <m:mr>
                              <m:e>
                                <m:r>
                                  <a:rPr lang="en-HK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  <m:r>
                                  <a:rPr lang="en-HK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≠</m:t>
                                </m:r>
                                <m:r>
                                  <a:rPr lang="en-HK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8AE8B1-8D4E-9678-7A26-E58639E89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27" y="2551035"/>
                <a:ext cx="7813741" cy="9592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015FE3-2F10-E2F6-CD43-1B64FC17FC37}"/>
                  </a:ext>
                </a:extLst>
              </p:cNvPr>
              <p:cNvSpPr txBox="1"/>
              <p:nvPr/>
            </p:nvSpPr>
            <p:spPr>
              <a:xfrm>
                <a:off x="1929866" y="4393064"/>
                <a:ext cx="3597588" cy="837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altLang="zh-Hans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Hans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HK" altLang="zh-Hans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HK" altLang="zh-Hans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Hans-HK" altLang="en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a:rPr lang="en-HK" altLang="zh-Hans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Hans-HK" altLang="en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e>
                      </m:d>
                      <m:r>
                        <a:rPr lang="en-HK" altLang="zh-Hans-HK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HK" altLang="zh-Hans-HK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Hans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Hans-HK" sz="20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altLang="zh-Hans-HK" sz="2000" b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US" altLang="zh-Hans-HK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Hans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Hans-HK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Hans-HK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Hans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Hans-HK" sz="2000" b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𝐩</m:t>
                                  </m:r>
                                </m:e>
                                <m:sub>
                                  <m:r>
                                    <a:rPr lang="en-US" altLang="zh-Hans-HK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Hans-HK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altLang="zh-Hans-H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zh-Hans-H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HK" altLang="zh-Hans-HK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HK" altLang="zh-CN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HK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  <m:r>
                                <a:rPr lang="en-HK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HK" altLang="zh-CN" sz="20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CN" sz="2000" b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𝐩</m:t>
                                  </m:r>
                                </m:e>
                                <m:sub>
                                  <m:r>
                                    <a:rPr lang="en-HK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HK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HK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HK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HK" altLang="zh-CN" sz="20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HK" altLang="zh-CN" sz="2000" b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𝐩</m:t>
                                      </m:r>
                                    </m:e>
                                    <m:sub>
                                      <m:r>
                                        <a:rPr lang="en-HK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HK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015FE3-2F10-E2F6-CD43-1B64FC17F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9866" y="4393064"/>
                <a:ext cx="3597588" cy="8374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74E54-7E1E-C69B-2570-0EC2FFFBE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9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180958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DC1C-3B45-7609-055A-14054707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Contributions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D6735-1858-6AD0-BA9F-D85FDA080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187" y="3685577"/>
            <a:ext cx="11119624" cy="2654223"/>
          </a:xfrm>
        </p:spPr>
        <p:txBody>
          <a:bodyPr/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reduce the worst-case time complexity for generating a spatiotemporal K-function plot, without increasing the space complexity. 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achieve 4.58x to 57.42x speedups compared with RQS. 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B902F0-1DD6-BE73-7CC3-58B493F72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9" y="1731885"/>
            <a:ext cx="10712191" cy="169711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294C4-F650-763E-7B86-902D59CB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10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891396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D385-5E43-5637-506C-75D0181BD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Idea: Coverage Property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DBB535D6-8224-EC99-1988-1A1E4BBF98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418616"/>
              </a:xfrm>
            </p:spPr>
            <p:txBody>
              <a:bodyPr/>
              <a:lstStyle/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range query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HK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HK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zh-CN" altLang="en-H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H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HK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sub>
                    </m:sSub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HK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𝐩</m:t>
                        </m:r>
                      </m:e>
                      <m:sub>
                        <m: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en-HK" altLang="zh-CN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CN" b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HK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the largest spatial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HK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largest temporal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H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HK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be shared to other range query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HK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  <m:r>
                          <a:rPr lang="en-HK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zh-CN" altLang="en-H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H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HK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sub>
                    </m:sSub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HK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𝐩</m:t>
                        </m:r>
                      </m:e>
                      <m:sub>
                        <m: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sSub>
                          <m:sSubPr>
                            <m:ctrlPr>
                              <a:rPr lang="en-HK" altLang="zh-CN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HK" altLang="zh-CN" b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HK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1≤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1≤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i.e.,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DBB535D6-8224-EC99-1988-1A1E4BBF98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418616"/>
              </a:xfrm>
              <a:blipFill>
                <a:blip r:embed="rId2"/>
                <a:stretch>
                  <a:fillRect l="-1043" t="-6867" b="-25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8295FB-D99B-09DB-15BC-4BA246823397}"/>
                  </a:ext>
                </a:extLst>
              </p:cNvPr>
              <p:cNvSpPr txBox="1"/>
              <p:nvPr/>
            </p:nvSpPr>
            <p:spPr>
              <a:xfrm>
                <a:off x="3049044" y="3244241"/>
                <a:ext cx="6093912" cy="565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HK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r>
                            <a:rPr lang="en-HK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HK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HK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HK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b>
                      </m:sSub>
                      <m:r>
                        <a:rPr lang="en-HK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HK" altLang="zh-CN" sz="28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CN" sz="2800" b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HK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sSub>
                            <m:sSubPr>
                              <m:ctrlPr>
                                <a:rPr lang="en-HK" altLang="zh-CN" sz="2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CN" sz="2800" b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HK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HK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HK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⊆</m:t>
                      </m:r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HK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HK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HK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HK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HK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sub>
                      </m:sSub>
                      <m:r>
                        <a:rPr lang="en-HK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HK" altLang="zh-CN" sz="28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CN" sz="2800" b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HK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HK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sSub>
                            <m:sSubPr>
                              <m:ctrlPr>
                                <a:rPr lang="en-HK" altLang="zh-CN" sz="28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altLang="zh-CN" sz="2800" b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HK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HK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8295FB-D99B-09DB-15BC-4BA246823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044" y="3244241"/>
                <a:ext cx="6093912" cy="5652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31F06E03-FEDA-B391-1A59-EEE79BFFA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730" y="3910652"/>
            <a:ext cx="3969708" cy="237581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B878AD-4F4F-4222-9DBA-2375C4AF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11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427895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1981E-F16D-3979-7D5E-1EBBC402F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027" y="377651"/>
            <a:ext cx="11523945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 Distribution and Aggregation (DNA)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7E5FC-4896-0021-DB14-BCD8ED922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406" y="2397355"/>
            <a:ext cx="5077534" cy="291505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AB5453-75EE-4DAD-EECE-F6A694DD6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" y="1825625"/>
            <a:ext cx="2957186" cy="1418616"/>
          </a:xfrm>
        </p:spPr>
        <p:txBody>
          <a:bodyPr/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966CD0-D201-EB74-0046-FC913F100F8E}"/>
                  </a:ext>
                </a:extLst>
              </p:cNvPr>
              <p:cNvSpPr txBox="1"/>
              <p:nvPr/>
            </p:nvSpPr>
            <p:spPr>
              <a:xfrm>
                <a:off x="936843" y="5312412"/>
                <a:ext cx="250624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HK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HK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HK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HK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HK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𝑆𝑇</m:t>
                    </m:r>
                    <m:r>
                      <a:rPr lang="en-HK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966CD0-D201-EB74-0046-FC913F100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843" y="5312412"/>
                <a:ext cx="2506249" cy="523220"/>
              </a:xfrm>
              <a:prstGeom prst="rect">
                <a:avLst/>
              </a:prstGeom>
              <a:blipFill>
                <a:blip r:embed="rId3"/>
                <a:stretch>
                  <a:fillRect t="-11628" r="-3406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955C2DB-79FC-ADAA-5934-CB009FCFC371}"/>
              </a:ext>
            </a:extLst>
          </p:cNvPr>
          <p:cNvSpPr txBox="1">
            <a:spLocks/>
          </p:cNvSpPr>
          <p:nvPr/>
        </p:nvSpPr>
        <p:spPr>
          <a:xfrm>
            <a:off x="5077534" y="1825625"/>
            <a:ext cx="2957186" cy="1418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289B85-E3AE-9D9D-40F5-FBF35417D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428" y="2853385"/>
            <a:ext cx="7036472" cy="24590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21938A-DBFD-74E1-3D5B-46A7C98EFACC}"/>
                  </a:ext>
                </a:extLst>
              </p:cNvPr>
              <p:cNvSpPr txBox="1"/>
              <p:nvPr/>
            </p:nvSpPr>
            <p:spPr>
              <a:xfrm>
                <a:off x="7451525" y="5312412"/>
                <a:ext cx="19972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HK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HK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HK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𝑆𝑇</m:t>
                    </m:r>
                    <m:r>
                      <a:rPr lang="en-HK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HK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21938A-DBFD-74E1-3D5B-46A7C98EF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525" y="5312412"/>
                <a:ext cx="1997276" cy="523220"/>
              </a:xfrm>
              <a:prstGeom prst="rect">
                <a:avLst/>
              </a:prstGeom>
              <a:blipFill>
                <a:blip r:embed="rId5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191E57D8-07BC-0708-E511-556EF73EAD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027" y="5884142"/>
                <a:ext cx="11076923" cy="10103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time complexity is </a:t>
                </a:r>
                <a14:m>
                  <m:oMath xmlns:m="http://schemas.openxmlformats.org/officeDocument/2006/math"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sSup>
                      <m:sSupPr>
                        <m:ctrlPr>
                          <a:rPr lang="en-HK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HK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𝐿𝑆𝑇𝑛</m:t>
                    </m:r>
                    <m:r>
                      <a:rPr lang="en-HK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Better than </a:t>
                </a:r>
                <a14:m>
                  <m:oMath xmlns:m="http://schemas.openxmlformats.org/officeDocument/2006/math">
                    <m:r>
                      <a:rPr lang="en-HK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HK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𝐿𝑆𝑇</m:t>
                        </m:r>
                        <m:sSup>
                          <m:sSupPr>
                            <m:ctrlPr>
                              <a:rPr lang="en-HK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HK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HK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HK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. </a:t>
                </a:r>
                <a:endParaRPr lang="en-HK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191E57D8-07BC-0708-E511-556EF73EA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27" y="5884142"/>
                <a:ext cx="11076923" cy="1010333"/>
              </a:xfrm>
              <a:prstGeom prst="rect">
                <a:avLst/>
              </a:prstGeom>
              <a:blipFill>
                <a:blip r:embed="rId6"/>
                <a:stretch>
                  <a:fillRect l="-991" t="-10241" b="-14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D59C87-C8F7-12EA-2988-BA3AE3294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12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766643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34EDC-1236-5CF7-B2E6-AC5C58100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3D8BD-3FA8-2A69-D5FE-357F45AAD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609" y="1690688"/>
            <a:ext cx="5970782" cy="1879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46D139-6C5C-DBAE-7AE9-F9B1ABA4D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95" y="3747315"/>
            <a:ext cx="11238210" cy="229725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49041B-E15C-28C0-3B8A-89732A70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13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977217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9086-C7FF-616F-6276-CE0FAD8E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72D79-3C19-93E0-81A2-ECC44A2E4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76000" cy="4791075"/>
          </a:xfrm>
        </p:spPr>
        <p:txBody>
          <a:bodyPr/>
          <a:lstStyle/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DNA into the QGIS/ArcGIS plugin.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efficient approximate algorithms for supporting spatiotemporal </a:t>
            </a:r>
            <a:b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K-function analysis.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other GIS tools, e.g., Moran’s I, </a:t>
            </a:r>
            <a:r>
              <a:rPr lang="en-HK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Getis</a:t>
            </a:r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-Ord General G, and Kriging.</a:t>
            </a:r>
          </a:p>
          <a:p>
            <a:endParaRPr lang="en-HK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modern hardware, e.g., GPU, to further improve the performance of DNA.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385CD-2021-C771-277F-1B006F6C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DD808-523B-4CE5-9686-101986AC6182}" type="slidenum">
              <a:rPr lang="zh-Hans-HK" altLang="en-US" smtClean="0"/>
              <a:t>14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105829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A333-C584-9BC1-3A75-3E12A565F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90"/>
            <a:ext cx="10515600" cy="1325563"/>
          </a:xfrm>
        </p:spPr>
        <p:txBody>
          <a:bodyPr/>
          <a:lstStyle/>
          <a:p>
            <a:pPr algn="ctr"/>
            <a:r>
              <a:rPr lang="en-HK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New Book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98709-33A9-3C0E-7FA3-496010ED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A0D2F-30BB-43E9-B553-3D3588F912D8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84E4B5-CAA5-1482-38A7-7ADD0B66F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514" y="1360735"/>
            <a:ext cx="7121662" cy="47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733C19-1368-C8B4-2313-190F40368CC2}"/>
              </a:ext>
            </a:extLst>
          </p:cNvPr>
          <p:cNvSpPr txBox="1"/>
          <p:nvPr/>
        </p:nvSpPr>
        <p:spPr>
          <a:xfrm>
            <a:off x="2265931" y="6108509"/>
            <a:ext cx="7547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https://link.springer.com/book/10.1007/978-981-95-4850-7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184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655</Words>
  <Application>Microsoft Office PowerPoint</Application>
  <PresentationFormat>Widescreen</PresentationFormat>
  <Paragraphs>101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Times New Roman</vt:lpstr>
      <vt:lpstr>Office Theme</vt:lpstr>
      <vt:lpstr>DNA: A Distribution-and-Aggregation Solution for Spatiotemporal K-function-based Analysis</vt:lpstr>
      <vt:lpstr>What is K-function?</vt:lpstr>
      <vt:lpstr>What is K-function Plot?</vt:lpstr>
      <vt:lpstr>Why K-function Plot?</vt:lpstr>
      <vt:lpstr>K-function Can Be Misleading!</vt:lpstr>
      <vt:lpstr>What is Spatiotemporal K-function?</vt:lpstr>
      <vt:lpstr>What is Spatiotemporal K-function Plot?</vt:lpstr>
      <vt:lpstr>Spatiotemporal K-function Plot is Slow!</vt:lpstr>
      <vt:lpstr>Range-Query-based Solution (RQS)</vt:lpstr>
      <vt:lpstr>Our Contributions</vt:lpstr>
      <vt:lpstr>Core Idea: Coverage Property</vt:lpstr>
      <vt:lpstr>Our Solution: Distribution and Aggregation (DNA)</vt:lpstr>
      <vt:lpstr>Experimental Evaluation</vt:lpstr>
      <vt:lpstr>Future Work</vt:lpstr>
      <vt:lpstr>Our New 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Tsz Nam Chan</dc:creator>
  <cp:lastModifiedBy>Tsz Nam Chan</cp:lastModifiedBy>
  <cp:revision>1</cp:revision>
  <dcterms:created xsi:type="dcterms:W3CDTF">2026-04-23T06:25:07Z</dcterms:created>
  <dcterms:modified xsi:type="dcterms:W3CDTF">2026-04-27T10:44:48Z</dcterms:modified>
</cp:coreProperties>
</file>